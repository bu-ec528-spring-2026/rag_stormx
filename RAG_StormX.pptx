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2" r:id="rId4"/>
    <p:sldMasterId id="2147483743"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IBM Plex Sans"/>
      <p:regular r:id="rId15"/>
      <p:bold r:id="rId16"/>
      <p:italic r:id="rId17"/>
      <p:boldItalic r:id="rId18"/>
    </p:embeddedFont>
    <p:embeddedFont>
      <p:font typeface="Sora SemiBold"/>
      <p:regular r:id="rId19"/>
      <p:bold r:id="rId20"/>
    </p:embeddedFont>
    <p:embeddedFont>
      <p:font typeface="Roboto"/>
      <p:regular r:id="rId21"/>
      <p:bold r:id="rId22"/>
      <p:italic r:id="rId23"/>
      <p:boldItalic r:id="rId24"/>
    </p:embeddedFont>
    <p:embeddedFont>
      <p:font typeface="IBM Plex Sans Light"/>
      <p:regular r:id="rId25"/>
      <p:bold r:id="rId26"/>
      <p:italic r:id="rId27"/>
      <p:boldItalic r:id="rId28"/>
    </p:embeddedFont>
    <p:embeddedFont>
      <p:font typeface="Inter"/>
      <p:regular r:id="rId29"/>
      <p:bold r:id="rId30"/>
      <p:italic r:id="rId31"/>
      <p:boldItalic r:id="rId32"/>
    </p:embeddedFont>
    <p:embeddedFont>
      <p:font typeface="IBM Plex Sans Medium"/>
      <p:regular r:id="rId33"/>
      <p:bold r:id="rId34"/>
      <p:italic r:id="rId35"/>
      <p:boldItalic r:id="rId36"/>
    </p:embeddedFont>
    <p:embeddedFont>
      <p:font typeface="Sora Light"/>
      <p:regular r:id="rId37"/>
      <p:bold r:id="rId38"/>
    </p:embeddedFont>
    <p:embeddedFont>
      <p:font typeface="Sora ExtraLight"/>
      <p:regular r:id="rId39"/>
      <p:bold r:id="rId40"/>
    </p:embeddedFont>
    <p:embeddedFont>
      <p:font typeface="Sora"/>
      <p:regular r:id="rId41"/>
      <p:bold r:id="rId42"/>
    </p:embeddedFont>
    <p:embeddedFont>
      <p:font typeface="Sora Medium"/>
      <p:regular r:id="rId43"/>
      <p:bold r:id="rId44"/>
    </p:embeddedFont>
    <p:embeddedFont>
      <p:font typeface="IBM Plex Sans SemiBold"/>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raExtraLight-bold.fntdata"/><Relationship Id="rId42" Type="http://schemas.openxmlformats.org/officeDocument/2006/relationships/font" Target="fonts/Sora-bold.fntdata"/><Relationship Id="rId41" Type="http://schemas.openxmlformats.org/officeDocument/2006/relationships/font" Target="fonts/Sora-regular.fntdata"/><Relationship Id="rId44" Type="http://schemas.openxmlformats.org/officeDocument/2006/relationships/font" Target="fonts/SoraMedium-bold.fntdata"/><Relationship Id="rId43" Type="http://schemas.openxmlformats.org/officeDocument/2006/relationships/font" Target="fonts/SoraMedium-regular.fntdata"/><Relationship Id="rId46" Type="http://schemas.openxmlformats.org/officeDocument/2006/relationships/font" Target="fonts/IBMPlexSansSemiBold-bold.fntdata"/><Relationship Id="rId45" Type="http://schemas.openxmlformats.org/officeDocument/2006/relationships/font" Target="fonts/IBMPlexSans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IBMPlexSansSemiBold-boldItalic.fntdata"/><Relationship Id="rId47" Type="http://schemas.openxmlformats.org/officeDocument/2006/relationships/font" Target="fonts/IBMPlexSansSemi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italic.fntdata"/><Relationship Id="rId30" Type="http://schemas.openxmlformats.org/officeDocument/2006/relationships/font" Target="fonts/Inter-bold.fntdata"/><Relationship Id="rId33" Type="http://schemas.openxmlformats.org/officeDocument/2006/relationships/font" Target="fonts/IBMPlexSansMedium-regular.fntdata"/><Relationship Id="rId32" Type="http://schemas.openxmlformats.org/officeDocument/2006/relationships/font" Target="fonts/Inter-boldItalic.fntdata"/><Relationship Id="rId35" Type="http://schemas.openxmlformats.org/officeDocument/2006/relationships/font" Target="fonts/IBMPlexSansMedium-italic.fntdata"/><Relationship Id="rId34" Type="http://schemas.openxmlformats.org/officeDocument/2006/relationships/font" Target="fonts/IBMPlexSansMedium-bold.fntdata"/><Relationship Id="rId37" Type="http://schemas.openxmlformats.org/officeDocument/2006/relationships/font" Target="fonts/SoraLight-regular.fntdata"/><Relationship Id="rId36" Type="http://schemas.openxmlformats.org/officeDocument/2006/relationships/font" Target="fonts/IBMPlexSansMedium-boldItalic.fntdata"/><Relationship Id="rId39" Type="http://schemas.openxmlformats.org/officeDocument/2006/relationships/font" Target="fonts/SoraExtraLight-regular.fntdata"/><Relationship Id="rId38" Type="http://schemas.openxmlformats.org/officeDocument/2006/relationships/font" Target="fonts/SoraLight-bold.fntdata"/><Relationship Id="rId20" Type="http://schemas.openxmlformats.org/officeDocument/2006/relationships/font" Target="fonts/SoraSemiBold-bold.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26" Type="http://schemas.openxmlformats.org/officeDocument/2006/relationships/font" Target="fonts/IBMPlexSansLight-bold.fntdata"/><Relationship Id="rId25" Type="http://schemas.openxmlformats.org/officeDocument/2006/relationships/font" Target="fonts/IBMPlexSansLight-regular.fntdata"/><Relationship Id="rId28" Type="http://schemas.openxmlformats.org/officeDocument/2006/relationships/font" Target="fonts/IBMPlexSansLight-boldItalic.fntdata"/><Relationship Id="rId27" Type="http://schemas.openxmlformats.org/officeDocument/2006/relationships/font" Target="fonts/IBMPlexSansLight-italic.fntdata"/><Relationship Id="rId29" Type="http://schemas.openxmlformats.org/officeDocument/2006/relationships/font" Target="fonts/Inter-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IBMPlexSans-regular.fntdata"/><Relationship Id="rId14" Type="http://schemas.openxmlformats.org/officeDocument/2006/relationships/slide" Target="slides/slide8.xml"/><Relationship Id="rId17" Type="http://schemas.openxmlformats.org/officeDocument/2006/relationships/font" Target="fonts/IBMPlexSans-italic.fntdata"/><Relationship Id="rId16" Type="http://schemas.openxmlformats.org/officeDocument/2006/relationships/font" Target="fonts/IBMPlexSans-bold.fntdata"/><Relationship Id="rId19" Type="http://schemas.openxmlformats.org/officeDocument/2006/relationships/font" Target="fonts/SoraSemiBold-regular.fntdata"/><Relationship Id="rId18" Type="http://schemas.openxmlformats.org/officeDocument/2006/relationships/font" Target="fonts/IBMPlex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oogle.com/search?q=vector+embeddings&amp;rlz=1C5CHFA_enUS1069DE1069&amp;oq=vector+database&amp;gs_lcrp=EgZjaHJvbWUqDwgAEEUYOxiDARixAxiABDIPCAAQRRg7GIMBGLEDGIAEMgcIARAAGIAEMgcIAhAAGIAEMgYIAxBFGDwyBggEEEUYPDIGCAUQRRhBMgYIBhBFGEEyBggHEEUYQdIBCDIzMTVqMGo3qAIAsAIA&amp;sourceid=chrome&amp;ie=UTF-8&amp;ved=2ahUKEwi2uejGjPOSAxUCF1kFHXpkM6EQgK4QegYIAQgAEAQ" TargetMode="External"/><Relationship Id="rId3" Type="http://schemas.openxmlformats.org/officeDocument/2006/relationships/hyperlink" Target="https://www.google.com/search?q=retrieval-augmented+generation+%28RAG%29&amp;rlz=1C5CHFA_enUS1069DE1069&amp;oq=vector+database&amp;gs_lcrp=EgZjaHJvbWUqDwgAEEUYOxiDARixAxiABDIPCAAQRRg7GIMBGLEDGIAEMgcIARAAGIAEMgcIAhAAGIAEMgYIAxBFGDwyBggEEEUYPDIGCAUQRRhBMgYIBhBFGEEyBggHEEUYQdIBCDIzMTVqMGo3qAIAsAIA&amp;sourceid=chrome&amp;ie=UTF-8&amp;ved=2ahUKEwi2uejGjPOSAxUCF1kFHXpkM6EQgK4QegYIAQgAEAU"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3cadd59e816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8" name="Google Shape;1238;g3cadd59e816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 we’re presenting our integration of TiKV as a distributed backend for SPTAG to support RAG workloads in cloud environments.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3cae20171a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7" name="Google Shape;1247;g3cae20171a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A vector database </a:t>
            </a:r>
            <a:r>
              <a:rPr lang="en" sz="1200">
                <a:solidFill>
                  <a:srgbClr val="001D35"/>
                </a:solidFill>
                <a:latin typeface="Roboto"/>
                <a:ea typeface="Roboto"/>
                <a:cs typeface="Roboto"/>
                <a:sym typeface="Roboto"/>
              </a:rPr>
              <a:t>stores, indexes, and manages high-dimensional </a:t>
            </a:r>
            <a:r>
              <a:rPr lang="en" sz="1200" u="sng">
                <a:solidFill>
                  <a:schemeClr val="hlink"/>
                </a:solidFill>
                <a:latin typeface="Roboto"/>
                <a:ea typeface="Roboto"/>
                <a:cs typeface="Roboto"/>
                <a:sym typeface="Roboto"/>
                <a:hlinkClick r:id="rId2"/>
              </a:rPr>
              <a:t>vector embeddings</a:t>
            </a:r>
            <a:r>
              <a:rPr lang="en" sz="1200">
                <a:solidFill>
                  <a:srgbClr val="001D35"/>
                </a:solidFill>
                <a:latin typeface="Roboto"/>
                <a:ea typeface="Roboto"/>
                <a:cs typeface="Roboto"/>
                <a:sym typeface="Roboto"/>
              </a:rPr>
              <a:t> (numerical representations of data) to enable fast semantic search,, rather than relying on exact keyword matches</a:t>
            </a:r>
            <a:r>
              <a:rPr lang="en" sz="1200">
                <a:solidFill>
                  <a:srgbClr val="0A0A0A"/>
                </a:solidFill>
                <a:highlight>
                  <a:srgbClr val="FFFFFF"/>
                </a:highlight>
                <a:latin typeface="Roboto"/>
                <a:ea typeface="Roboto"/>
                <a:cs typeface="Roboto"/>
                <a:sym typeface="Roboto"/>
              </a:rPr>
              <a:t>. By clustering similar data points together in a vector space, they allow AI applications to find relevant information based on meaning, crucial for </a:t>
            </a:r>
            <a:r>
              <a:rPr lang="en" sz="1200" u="sng">
                <a:solidFill>
                  <a:schemeClr val="hlink"/>
                </a:solidFill>
                <a:highlight>
                  <a:srgbClr val="FFFFFF"/>
                </a:highlight>
                <a:latin typeface="Roboto"/>
                <a:ea typeface="Roboto"/>
                <a:cs typeface="Roboto"/>
                <a:sym typeface="Roboto"/>
                <a:hlinkClick r:id="rId3"/>
              </a:rPr>
              <a:t>retrieval-augmented generation (RAG)</a:t>
            </a:r>
            <a:r>
              <a:rPr lang="en" sz="1200">
                <a:solidFill>
                  <a:srgbClr val="0A0A0A"/>
                </a:solidFill>
                <a:highlight>
                  <a:srgbClr val="FFFFFF"/>
                </a:highlight>
                <a:latin typeface="Roboto"/>
                <a:ea typeface="Roboto"/>
                <a:cs typeface="Roboto"/>
                <a:sym typeface="Roboto"/>
              </a:rPr>
              <a:t> and AI memory</a:t>
            </a:r>
            <a:br>
              <a:rPr lang="en" sz="1200">
                <a:solidFill>
                  <a:srgbClr val="0A0A0A"/>
                </a:solidFill>
                <a:highlight>
                  <a:srgbClr val="FFFFFF"/>
                </a:highlight>
                <a:latin typeface="Roboto"/>
                <a:ea typeface="Roboto"/>
                <a:cs typeface="Roboto"/>
                <a:sym typeface="Roboto"/>
              </a:rPr>
            </a:br>
            <a:br>
              <a:rPr lang="en" sz="1200">
                <a:solidFill>
                  <a:srgbClr val="0A0A0A"/>
                </a:solidFill>
                <a:highlight>
                  <a:srgbClr val="FFFFFF"/>
                </a:highlight>
                <a:latin typeface="Roboto"/>
                <a:ea typeface="Roboto"/>
                <a:cs typeface="Roboto"/>
                <a:sym typeface="Roboto"/>
              </a:rPr>
            </a:br>
            <a:r>
              <a:rPr b="1" lang="en">
                <a:solidFill>
                  <a:schemeClr val="dk1"/>
                </a:solidFill>
              </a:rPr>
              <a:t>graph-based</a:t>
            </a:r>
            <a:r>
              <a:rPr lang="en">
                <a:solidFill>
                  <a:schemeClr val="dk1"/>
                </a:solidFill>
              </a:rPr>
              <a:t> and </a:t>
            </a:r>
            <a:r>
              <a:rPr b="1" lang="en">
                <a:solidFill>
                  <a:schemeClr val="dk1"/>
                </a:solidFill>
              </a:rPr>
              <a:t>cluster-based (inverted-file / centroid-partition)</a:t>
            </a:r>
            <a:r>
              <a:rPr lang="en">
                <a:solidFill>
                  <a:schemeClr val="dk1"/>
                </a:solidFill>
              </a:rPr>
              <a:t> indexes are the two </a:t>
            </a:r>
            <a:r>
              <a:rPr i="1" lang="en">
                <a:solidFill>
                  <a:schemeClr val="dk1"/>
                </a:solidFill>
              </a:rPr>
              <a:t>most common</a:t>
            </a:r>
            <a:r>
              <a:rPr lang="en">
                <a:solidFill>
                  <a:schemeClr val="dk1"/>
                </a:solidFill>
              </a:rPr>
              <a:t> families you’ll see in vector databases for approximate nearest neighbor (ANN) search.</a:t>
            </a:r>
            <a:br>
              <a:rPr lang="en">
                <a:solidFill>
                  <a:schemeClr val="dk1"/>
                </a:solidFill>
              </a:rPr>
            </a:br>
            <a:br>
              <a:rPr lang="en" sz="1150">
                <a:solidFill>
                  <a:schemeClr val="dk1"/>
                </a:solidFill>
                <a:highlight>
                  <a:srgbClr val="FFFFFF"/>
                </a:highlight>
                <a:latin typeface="Inter"/>
                <a:ea typeface="Inter"/>
                <a:cs typeface="Inter"/>
                <a:sym typeface="Inter"/>
              </a:rPr>
            </a:br>
            <a:r>
              <a:rPr lang="en" sz="1150">
                <a:solidFill>
                  <a:schemeClr val="dk1"/>
                </a:solidFill>
                <a:highlight>
                  <a:srgbClr val="FFFFFF"/>
                </a:highlight>
                <a:latin typeface="Inter"/>
                <a:ea typeface="Inter"/>
                <a:cs typeface="Inter"/>
                <a:sym typeface="Inter"/>
              </a:rPr>
              <a:t>Cluster-based indexes group vectors based on their similarity. As a result, the search space is reduced to only the cluster(s) that is most likely to contain the nearest neighbors. Their search accuracy (recall and precision) may generally be lower than graph-based indexes, but they can be more memory-efficient.</a:t>
            </a:r>
            <a:endParaRPr sz="1150">
              <a:solidFill>
                <a:schemeClr val="dk1"/>
              </a:solidFill>
              <a:highlight>
                <a:srgbClr val="FFFFFF"/>
              </a:highlight>
              <a:latin typeface="Inter"/>
              <a:ea typeface="Inter"/>
              <a:cs typeface="Inter"/>
              <a:sym typeface="Inter"/>
            </a:endParaRPr>
          </a:p>
          <a:p>
            <a:pPr indent="0" lvl="0" marL="0" rtl="0" algn="l">
              <a:lnSpc>
                <a:spcPct val="115000"/>
              </a:lnSpc>
              <a:spcBef>
                <a:spcPts val="1400"/>
              </a:spcBef>
              <a:spcAft>
                <a:spcPts val="0"/>
              </a:spcAft>
              <a:buClr>
                <a:schemeClr val="dk1"/>
              </a:buClr>
              <a:buSzPts val="1100"/>
              <a:buFont typeface="Arial"/>
              <a:buNone/>
            </a:pPr>
            <a:r>
              <a:t/>
            </a:r>
            <a:endParaRPr sz="1150">
              <a:solidFill>
                <a:schemeClr val="dk1"/>
              </a:solidFill>
              <a:highlight>
                <a:srgbClr val="FFFFFF"/>
              </a:highlight>
              <a:latin typeface="Inter"/>
              <a:ea typeface="Inter"/>
              <a:cs typeface="Inter"/>
              <a:sym typeface="Inter"/>
            </a:endParaRPr>
          </a:p>
          <a:p>
            <a:pPr indent="0" lvl="0" marL="0" rtl="0" algn="l">
              <a:spcBef>
                <a:spcPts val="14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g3cadd59e816_0_1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3" name="Google Shape;1263;g3cadd59e816_0_1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g3cae20171a6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5" name="Google Shape;1275;g3cae20171a6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3cadd59e816_0_1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1" name="Google Shape;1291;g3cadd59e816_0_1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3cadd59e816_0_1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1" name="Google Shape;1301;g3cadd59e816_0_1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g3cadd59e816_0_1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1" name="Google Shape;1311;g3cadd59e816_0_1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g3cb179594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7" name="Google Shape;1317;g3cb179594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13" name="Shape 13"/>
        <p:cNvGrpSpPr/>
        <p:nvPr/>
      </p:nvGrpSpPr>
      <p:grpSpPr>
        <a:xfrm>
          <a:off x="0" y="0"/>
          <a:ext cx="0" cy="0"/>
          <a:chOff x="0" y="0"/>
          <a:chExt cx="0" cy="0"/>
        </a:xfrm>
      </p:grpSpPr>
      <p:sp>
        <p:nvSpPr>
          <p:cNvPr id="14" name="Google Shape;14;p2"/>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15" name="Google Shape;15;p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19" name="Shape 19"/>
        <p:cNvGrpSpPr/>
        <p:nvPr/>
      </p:nvGrpSpPr>
      <p:grpSpPr>
        <a:xfrm>
          <a:off x="0" y="0"/>
          <a:ext cx="0" cy="0"/>
          <a:chOff x="0" y="0"/>
          <a:chExt cx="0" cy="0"/>
        </a:xfrm>
      </p:grpSpPr>
      <p:sp>
        <p:nvSpPr>
          <p:cNvPr id="20" name="Google Shape;20;p3"/>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1" name="Google Shape;21;p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24" name="Shape 24"/>
        <p:cNvGrpSpPr/>
        <p:nvPr/>
      </p:nvGrpSpPr>
      <p:grpSpPr>
        <a:xfrm>
          <a:off x="0" y="0"/>
          <a:ext cx="0" cy="0"/>
          <a:chOff x="0" y="0"/>
          <a:chExt cx="0" cy="0"/>
        </a:xfrm>
      </p:grpSpPr>
      <p:sp>
        <p:nvSpPr>
          <p:cNvPr id="25" name="Google Shape;25;p4"/>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6" name="Google Shape;26;p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31" name="Google Shape;31;p5"/>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32" name="Google Shape;32;p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4" name="Google Shape;34;p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35" name="Shape 35"/>
        <p:cNvGrpSpPr/>
        <p:nvPr/>
      </p:nvGrpSpPr>
      <p:grpSpPr>
        <a:xfrm>
          <a:off x="0" y="0"/>
          <a:ext cx="0" cy="0"/>
          <a:chOff x="0" y="0"/>
          <a:chExt cx="0" cy="0"/>
        </a:xfrm>
      </p:grpSpPr>
      <p:cxnSp>
        <p:nvCxnSpPr>
          <p:cNvPr id="36" name="Google Shape;36;p6"/>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37" name="Google Shape;37;p6"/>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38" name="Google Shape;38;p6"/>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39" name="Google Shape;39;p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1" name="Google Shape;41;p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2" name="Google Shape;42;p6"/>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43" name="Shape 43"/>
        <p:cNvGrpSpPr/>
        <p:nvPr/>
      </p:nvGrpSpPr>
      <p:grpSpPr>
        <a:xfrm>
          <a:off x="0" y="0"/>
          <a:ext cx="0" cy="0"/>
          <a:chOff x="0" y="0"/>
          <a:chExt cx="0" cy="0"/>
        </a:xfrm>
      </p:grpSpPr>
      <p:sp>
        <p:nvSpPr>
          <p:cNvPr id="44" name="Google Shape;44;p7"/>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45" name="Google Shape;45;p7"/>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46" name="Google Shape;46;p7"/>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47" name="Google Shape;47;p7"/>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48" name="Google Shape;48;p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50" name="Google Shape;50;p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53" name="Google Shape;53;p8"/>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54" name="Google Shape;54;p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58" name="Shape 58"/>
        <p:cNvGrpSpPr/>
        <p:nvPr/>
      </p:nvGrpSpPr>
      <p:grpSpPr>
        <a:xfrm>
          <a:off x="0" y="0"/>
          <a:ext cx="0" cy="0"/>
          <a:chOff x="0" y="0"/>
          <a:chExt cx="0" cy="0"/>
        </a:xfrm>
      </p:grpSpPr>
      <p:sp>
        <p:nvSpPr>
          <p:cNvPr id="59" name="Google Shape;59;p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9"/>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61" name="Google Shape;61;p9"/>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62" name="Shape 62"/>
        <p:cNvGrpSpPr/>
        <p:nvPr/>
      </p:nvGrpSpPr>
      <p:grpSpPr>
        <a:xfrm>
          <a:off x="0" y="0"/>
          <a:ext cx="0" cy="0"/>
          <a:chOff x="0" y="0"/>
          <a:chExt cx="0" cy="0"/>
        </a:xfrm>
      </p:grpSpPr>
      <p:sp>
        <p:nvSpPr>
          <p:cNvPr id="63" name="Google Shape;63;p10"/>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64" name="Google Shape;64;p10"/>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6" name="Google Shape;66;p1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7" name="Google Shape;67;p10"/>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68" name="Google Shape;68;p10"/>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69" name="Google Shape;69;p10"/>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0" name="Google Shape;70;p10"/>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1" name="Google Shape;71;p10"/>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2" name="Google Shape;72;p10"/>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3" name="Google Shape;73;p10"/>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4" name="Google Shape;74;p10"/>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75" name="Shape 75"/>
        <p:cNvGrpSpPr/>
        <p:nvPr/>
      </p:nvGrpSpPr>
      <p:grpSpPr>
        <a:xfrm>
          <a:off x="0" y="0"/>
          <a:ext cx="0" cy="0"/>
          <a:chOff x="0" y="0"/>
          <a:chExt cx="0" cy="0"/>
        </a:xfrm>
      </p:grpSpPr>
      <p:sp>
        <p:nvSpPr>
          <p:cNvPr id="76" name="Google Shape;76;p11"/>
          <p:cNvSpPr/>
          <p:nvPr>
            <p:ph idx="2" type="pic"/>
          </p:nvPr>
        </p:nvSpPr>
        <p:spPr>
          <a:xfrm>
            <a:off x="283850" y="2178075"/>
            <a:ext cx="4227600" cy="2505600"/>
          </a:xfrm>
          <a:prstGeom prst="rect">
            <a:avLst/>
          </a:prstGeom>
          <a:noFill/>
          <a:ln>
            <a:noFill/>
          </a:ln>
        </p:spPr>
      </p:sp>
      <p:sp>
        <p:nvSpPr>
          <p:cNvPr id="77" name="Google Shape;77;p1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9" name="Google Shape;79;p11"/>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0" name="Google Shape;80;p11"/>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1" name="Google Shape;81;p11"/>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82" name="Google Shape;82;p11"/>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83" name="Shape 83"/>
        <p:cNvGrpSpPr/>
        <p:nvPr/>
      </p:nvGrpSpPr>
      <p:grpSpPr>
        <a:xfrm>
          <a:off x="0" y="0"/>
          <a:ext cx="0" cy="0"/>
          <a:chOff x="0" y="0"/>
          <a:chExt cx="0" cy="0"/>
        </a:xfrm>
      </p:grpSpPr>
      <p:sp>
        <p:nvSpPr>
          <p:cNvPr id="84" name="Google Shape;84;p12"/>
          <p:cNvSpPr/>
          <p:nvPr>
            <p:ph idx="2" type="pic"/>
          </p:nvPr>
        </p:nvSpPr>
        <p:spPr>
          <a:xfrm>
            <a:off x="4629750" y="0"/>
            <a:ext cx="4227000" cy="4683600"/>
          </a:xfrm>
          <a:prstGeom prst="roundRect">
            <a:avLst>
              <a:gd fmla="val 0" name="adj"/>
            </a:avLst>
          </a:prstGeom>
          <a:noFill/>
          <a:ln>
            <a:noFill/>
          </a:ln>
        </p:spPr>
      </p:sp>
      <p:sp>
        <p:nvSpPr>
          <p:cNvPr id="85" name="Google Shape;85;p1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12"/>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7" name="Google Shape;87;p12"/>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88" name="Google Shape;88;p12"/>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9" name="Google Shape;89;p12"/>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90" name="Shape 90"/>
        <p:cNvGrpSpPr/>
        <p:nvPr/>
      </p:nvGrpSpPr>
      <p:grpSpPr>
        <a:xfrm>
          <a:off x="0" y="0"/>
          <a:ext cx="0" cy="0"/>
          <a:chOff x="0" y="0"/>
          <a:chExt cx="0" cy="0"/>
        </a:xfrm>
      </p:grpSpPr>
      <p:sp>
        <p:nvSpPr>
          <p:cNvPr id="91" name="Google Shape;91;p13"/>
          <p:cNvSpPr/>
          <p:nvPr>
            <p:ph idx="2" type="pic"/>
          </p:nvPr>
        </p:nvSpPr>
        <p:spPr>
          <a:xfrm>
            <a:off x="270275" y="3132475"/>
            <a:ext cx="2770500" cy="1551000"/>
          </a:xfrm>
          <a:prstGeom prst="roundRect">
            <a:avLst>
              <a:gd fmla="val 0" name="adj"/>
            </a:avLst>
          </a:prstGeom>
          <a:noFill/>
          <a:ln>
            <a:noFill/>
          </a:ln>
        </p:spPr>
      </p:sp>
      <p:sp>
        <p:nvSpPr>
          <p:cNvPr id="92" name="Google Shape;92;p1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3"/>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94" name="Google Shape;94;p13"/>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95" name="Google Shape;95;p13"/>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6" name="Google Shape;96;p13"/>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7" name="Google Shape;97;p13"/>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98" name="Shape 98"/>
        <p:cNvGrpSpPr/>
        <p:nvPr/>
      </p:nvGrpSpPr>
      <p:grpSpPr>
        <a:xfrm>
          <a:off x="0" y="0"/>
          <a:ext cx="0" cy="0"/>
          <a:chOff x="0" y="0"/>
          <a:chExt cx="0" cy="0"/>
        </a:xfrm>
      </p:grpSpPr>
      <p:sp>
        <p:nvSpPr>
          <p:cNvPr id="99" name="Google Shape;99;p14"/>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0" name="Google Shape;100;p14"/>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01" name="Google Shape;101;p14"/>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2" name="Google Shape;102;p14"/>
          <p:cNvSpPr/>
          <p:nvPr>
            <p:ph idx="3" type="pic"/>
          </p:nvPr>
        </p:nvSpPr>
        <p:spPr>
          <a:xfrm>
            <a:off x="283850" y="0"/>
            <a:ext cx="4227000" cy="4683600"/>
          </a:xfrm>
          <a:prstGeom prst="roundRect">
            <a:avLst>
              <a:gd fmla="val 0" name="adj"/>
            </a:avLst>
          </a:prstGeom>
          <a:noFill/>
          <a:ln>
            <a:noFill/>
          </a:ln>
        </p:spPr>
      </p:sp>
      <p:sp>
        <p:nvSpPr>
          <p:cNvPr id="103" name="Google Shape;103;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4"/>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5" name="Google Shape;105;p14"/>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06" name="Shape 106"/>
        <p:cNvGrpSpPr/>
        <p:nvPr/>
      </p:nvGrpSpPr>
      <p:grpSpPr>
        <a:xfrm>
          <a:off x="0" y="0"/>
          <a:ext cx="0" cy="0"/>
          <a:chOff x="0" y="0"/>
          <a:chExt cx="0" cy="0"/>
        </a:xfrm>
      </p:grpSpPr>
      <p:sp>
        <p:nvSpPr>
          <p:cNvPr id="107" name="Google Shape;107;p1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15"/>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9" name="Google Shape;109;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0" name="Google Shape;110;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1" name="Google Shape;111;p15"/>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12" name="Google Shape;112;p15"/>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3" name="Google Shape;113;p15"/>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14" name="Google Shape;114;p15"/>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5" name="Google Shape;115;p15"/>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6" name="Google Shape;116;p15"/>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7" name="Google Shape;117;p15"/>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8" name="Google Shape;118;p15"/>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9" name="Google Shape;119;p15"/>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20" name="Shape 120"/>
        <p:cNvGrpSpPr/>
        <p:nvPr/>
      </p:nvGrpSpPr>
      <p:grpSpPr>
        <a:xfrm>
          <a:off x="0" y="0"/>
          <a:ext cx="0" cy="0"/>
          <a:chOff x="0" y="0"/>
          <a:chExt cx="0" cy="0"/>
        </a:xfrm>
      </p:grpSpPr>
      <p:sp>
        <p:nvSpPr>
          <p:cNvPr id="121" name="Google Shape;121;p16"/>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2" name="Google Shape;122;p16"/>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3" name="Google Shape;123;p16"/>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4" name="Google Shape;124;p16"/>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25" name="Google Shape;125;p16"/>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6" name="Google Shape;126;p1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16"/>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28" name="Google Shape;128;p16"/>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9" name="Google Shape;129;p16"/>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0" name="Google Shape;130;p16"/>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1" name="Google Shape;131;p16"/>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32" name="Google Shape;132;p16"/>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33" name="Google Shape;133;p16"/>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34" name="Shape 134"/>
        <p:cNvGrpSpPr/>
        <p:nvPr/>
      </p:nvGrpSpPr>
      <p:grpSpPr>
        <a:xfrm>
          <a:off x="0" y="0"/>
          <a:ext cx="0" cy="0"/>
          <a:chOff x="0" y="0"/>
          <a:chExt cx="0" cy="0"/>
        </a:xfrm>
      </p:grpSpPr>
      <p:sp>
        <p:nvSpPr>
          <p:cNvPr id="135" name="Google Shape;135;p17"/>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6" name="Google Shape;136;p17"/>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7" name="Google Shape;137;p17"/>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8" name="Google Shape;138;p17"/>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39" name="Google Shape;139;p17"/>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0" name="Google Shape;140;p1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7"/>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2" name="Google Shape;142;p17"/>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3" name="Google Shape;143;p17"/>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4" name="Google Shape;144;p17"/>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45" name="Shape 145"/>
        <p:cNvGrpSpPr/>
        <p:nvPr/>
      </p:nvGrpSpPr>
      <p:grpSpPr>
        <a:xfrm>
          <a:off x="0" y="0"/>
          <a:ext cx="0" cy="0"/>
          <a:chOff x="0" y="0"/>
          <a:chExt cx="0" cy="0"/>
        </a:xfrm>
      </p:grpSpPr>
      <p:sp>
        <p:nvSpPr>
          <p:cNvPr id="146" name="Google Shape;146;p1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18"/>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48" name="Google Shape;148;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8"/>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1" name="Google Shape;151;p18"/>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2" name="Google Shape;152;p18"/>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53" name="Shape 153"/>
        <p:cNvGrpSpPr/>
        <p:nvPr/>
      </p:nvGrpSpPr>
      <p:grpSpPr>
        <a:xfrm>
          <a:off x="0" y="0"/>
          <a:ext cx="0" cy="0"/>
          <a:chOff x="0" y="0"/>
          <a:chExt cx="0" cy="0"/>
        </a:xfrm>
      </p:grpSpPr>
      <p:sp>
        <p:nvSpPr>
          <p:cNvPr id="154" name="Google Shape;154;p19"/>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5" name="Google Shape;155;p19"/>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6" name="Google Shape;156;p19"/>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7" name="Google Shape;157;p19"/>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158" name="Google Shape;158;p19"/>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19"/>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9"/>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1" name="Google Shape;161;p19"/>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2" name="Google Shape;162;p19"/>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3" name="Google Shape;163;p1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164" name="Shape 164"/>
        <p:cNvGrpSpPr/>
        <p:nvPr/>
      </p:nvGrpSpPr>
      <p:grpSpPr>
        <a:xfrm>
          <a:off x="0" y="0"/>
          <a:ext cx="0" cy="0"/>
          <a:chOff x="0" y="0"/>
          <a:chExt cx="0" cy="0"/>
        </a:xfrm>
      </p:grpSpPr>
      <p:sp>
        <p:nvSpPr>
          <p:cNvPr id="165" name="Google Shape;165;p20"/>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66" name="Google Shape;166;p2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0"/>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68" name="Google Shape;168;p20"/>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9" name="Google Shape;169;p20"/>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20"/>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1" name="Google Shape;171;p20"/>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2" name="Google Shape;172;p20"/>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3" name="Google Shape;173;p20"/>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4" name="Google Shape;174;p20"/>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5" name="Google Shape;175;p20"/>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176" name="Shape 176"/>
        <p:cNvGrpSpPr/>
        <p:nvPr/>
      </p:nvGrpSpPr>
      <p:grpSpPr>
        <a:xfrm>
          <a:off x="0" y="0"/>
          <a:ext cx="0" cy="0"/>
          <a:chOff x="0" y="0"/>
          <a:chExt cx="0" cy="0"/>
        </a:xfrm>
      </p:grpSpPr>
      <p:sp>
        <p:nvSpPr>
          <p:cNvPr id="177" name="Google Shape;177;p21"/>
          <p:cNvSpPr/>
          <p:nvPr>
            <p:ph idx="2" type="pic"/>
          </p:nvPr>
        </p:nvSpPr>
        <p:spPr>
          <a:xfrm>
            <a:off x="4629750" y="286075"/>
            <a:ext cx="1257900" cy="1261500"/>
          </a:xfrm>
          <a:prstGeom prst="rect">
            <a:avLst/>
          </a:prstGeom>
          <a:noFill/>
          <a:ln>
            <a:noFill/>
          </a:ln>
        </p:spPr>
      </p:sp>
      <p:sp>
        <p:nvSpPr>
          <p:cNvPr id="178" name="Google Shape;178;p21"/>
          <p:cNvSpPr/>
          <p:nvPr>
            <p:ph idx="3" type="pic"/>
          </p:nvPr>
        </p:nvSpPr>
        <p:spPr>
          <a:xfrm>
            <a:off x="6111800" y="286075"/>
            <a:ext cx="1257900" cy="1261500"/>
          </a:xfrm>
          <a:prstGeom prst="rect">
            <a:avLst/>
          </a:prstGeom>
          <a:noFill/>
          <a:ln>
            <a:noFill/>
          </a:ln>
        </p:spPr>
      </p:sp>
      <p:sp>
        <p:nvSpPr>
          <p:cNvPr id="179" name="Google Shape;179;p21"/>
          <p:cNvSpPr/>
          <p:nvPr>
            <p:ph idx="4" type="pic"/>
          </p:nvPr>
        </p:nvSpPr>
        <p:spPr>
          <a:xfrm>
            <a:off x="7593850" y="286075"/>
            <a:ext cx="1257900" cy="1261500"/>
          </a:xfrm>
          <a:prstGeom prst="rect">
            <a:avLst/>
          </a:prstGeom>
          <a:noFill/>
          <a:ln>
            <a:noFill/>
          </a:ln>
        </p:spPr>
      </p:sp>
      <p:sp>
        <p:nvSpPr>
          <p:cNvPr id="180" name="Google Shape;180;p21"/>
          <p:cNvSpPr/>
          <p:nvPr>
            <p:ph idx="5" type="pic"/>
          </p:nvPr>
        </p:nvSpPr>
        <p:spPr>
          <a:xfrm>
            <a:off x="4629750" y="2634475"/>
            <a:ext cx="1257900" cy="1261500"/>
          </a:xfrm>
          <a:prstGeom prst="rect">
            <a:avLst/>
          </a:prstGeom>
          <a:noFill/>
          <a:ln>
            <a:noFill/>
          </a:ln>
        </p:spPr>
      </p:sp>
      <p:sp>
        <p:nvSpPr>
          <p:cNvPr id="181" name="Google Shape;181;p21"/>
          <p:cNvSpPr/>
          <p:nvPr>
            <p:ph idx="6" type="pic"/>
          </p:nvPr>
        </p:nvSpPr>
        <p:spPr>
          <a:xfrm>
            <a:off x="6111800" y="2634475"/>
            <a:ext cx="1257900" cy="1261500"/>
          </a:xfrm>
          <a:prstGeom prst="rect">
            <a:avLst/>
          </a:prstGeom>
          <a:noFill/>
          <a:ln>
            <a:noFill/>
          </a:ln>
        </p:spPr>
      </p:sp>
      <p:sp>
        <p:nvSpPr>
          <p:cNvPr id="182" name="Google Shape;182;p21"/>
          <p:cNvSpPr/>
          <p:nvPr>
            <p:ph idx="7" type="pic"/>
          </p:nvPr>
        </p:nvSpPr>
        <p:spPr>
          <a:xfrm>
            <a:off x="7593850" y="2634475"/>
            <a:ext cx="1257900" cy="1261500"/>
          </a:xfrm>
          <a:prstGeom prst="rect">
            <a:avLst/>
          </a:prstGeom>
          <a:noFill/>
          <a:ln>
            <a:noFill/>
          </a:ln>
        </p:spPr>
      </p:sp>
      <p:sp>
        <p:nvSpPr>
          <p:cNvPr id="183" name="Google Shape;183;p21"/>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1"/>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6" name="Google Shape;186;p21"/>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7" name="Google Shape;187;p21"/>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188" name="Google Shape;188;p21"/>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89" name="Google Shape;189;p21"/>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0" name="Google Shape;190;p21"/>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1" name="Google Shape;191;p21"/>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2" name="Google Shape;192;p21"/>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3" name="Google Shape;193;p21"/>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194" name="Shape 194"/>
        <p:cNvGrpSpPr/>
        <p:nvPr/>
      </p:nvGrpSpPr>
      <p:grpSpPr>
        <a:xfrm>
          <a:off x="0" y="0"/>
          <a:ext cx="0" cy="0"/>
          <a:chOff x="0" y="0"/>
          <a:chExt cx="0" cy="0"/>
        </a:xfrm>
      </p:grpSpPr>
      <p:sp>
        <p:nvSpPr>
          <p:cNvPr id="195" name="Google Shape;195;p22"/>
          <p:cNvSpPr/>
          <p:nvPr>
            <p:ph idx="2" type="pic"/>
          </p:nvPr>
        </p:nvSpPr>
        <p:spPr>
          <a:xfrm>
            <a:off x="2456700" y="373175"/>
            <a:ext cx="1515000" cy="1616700"/>
          </a:xfrm>
          <a:prstGeom prst="rect">
            <a:avLst/>
          </a:prstGeom>
          <a:noFill/>
          <a:ln>
            <a:noFill/>
          </a:ln>
        </p:spPr>
      </p:sp>
      <p:sp>
        <p:nvSpPr>
          <p:cNvPr id="196" name="Google Shape;196;p22"/>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7" name="Google Shape;197;p22"/>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198" name="Google Shape;198;p22"/>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199" name="Google Shape;199;p22"/>
          <p:cNvSpPr/>
          <p:nvPr>
            <p:ph idx="4" type="pic"/>
          </p:nvPr>
        </p:nvSpPr>
        <p:spPr>
          <a:xfrm>
            <a:off x="4084738" y="373175"/>
            <a:ext cx="1515000" cy="1616700"/>
          </a:xfrm>
          <a:prstGeom prst="rect">
            <a:avLst/>
          </a:prstGeom>
          <a:noFill/>
          <a:ln>
            <a:noFill/>
          </a:ln>
        </p:spPr>
      </p:sp>
      <p:sp>
        <p:nvSpPr>
          <p:cNvPr id="200" name="Google Shape;200;p22"/>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1" name="Google Shape;201;p22"/>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2" name="Google Shape;202;p22"/>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3" name="Google Shape;203;p22"/>
          <p:cNvSpPr/>
          <p:nvPr>
            <p:ph idx="8" type="pic"/>
          </p:nvPr>
        </p:nvSpPr>
        <p:spPr>
          <a:xfrm>
            <a:off x="5713225" y="373175"/>
            <a:ext cx="1515000" cy="1616700"/>
          </a:xfrm>
          <a:prstGeom prst="rect">
            <a:avLst/>
          </a:prstGeom>
          <a:noFill/>
          <a:ln>
            <a:noFill/>
          </a:ln>
        </p:spPr>
      </p:sp>
      <p:sp>
        <p:nvSpPr>
          <p:cNvPr id="204" name="Google Shape;204;p22"/>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5" name="Google Shape;205;p22"/>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6" name="Google Shape;206;p22"/>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7" name="Google Shape;207;p22"/>
          <p:cNvSpPr/>
          <p:nvPr>
            <p:ph idx="15" type="pic"/>
          </p:nvPr>
        </p:nvSpPr>
        <p:spPr>
          <a:xfrm>
            <a:off x="7341950" y="373175"/>
            <a:ext cx="1515000" cy="1616700"/>
          </a:xfrm>
          <a:prstGeom prst="rect">
            <a:avLst/>
          </a:prstGeom>
          <a:noFill/>
          <a:ln>
            <a:noFill/>
          </a:ln>
        </p:spPr>
      </p:sp>
      <p:sp>
        <p:nvSpPr>
          <p:cNvPr id="208" name="Google Shape;208;p22"/>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9" name="Google Shape;209;p22"/>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10" name="Google Shape;210;p22"/>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11" name="Google Shape;211;p2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22"/>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22"/>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22"/>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15" name="Shape 215"/>
        <p:cNvGrpSpPr/>
        <p:nvPr/>
      </p:nvGrpSpPr>
      <p:grpSpPr>
        <a:xfrm>
          <a:off x="0" y="0"/>
          <a:ext cx="0" cy="0"/>
          <a:chOff x="0" y="0"/>
          <a:chExt cx="0" cy="0"/>
        </a:xfrm>
      </p:grpSpPr>
      <p:sp>
        <p:nvSpPr>
          <p:cNvPr id="216" name="Google Shape;216;p23"/>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7" name="Google Shape;217;p23"/>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18" name="Google Shape;218;p23"/>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9" name="Google Shape;219;p23"/>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0" name="Google Shape;220;p23"/>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1" name="Google Shape;221;p23"/>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2" name="Google Shape;222;p23"/>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3" name="Google Shape;223;p23"/>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4" name="Google Shape;224;p23"/>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5" name="Google Shape;225;p23"/>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6" name="Google Shape;226;p23"/>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7" name="Google Shape;227;p23"/>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8" name="Google Shape;228;p2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23"/>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30" name="Google Shape;230;p23"/>
          <p:cNvSpPr/>
          <p:nvPr>
            <p:ph idx="16" type="pic"/>
          </p:nvPr>
        </p:nvSpPr>
        <p:spPr>
          <a:xfrm>
            <a:off x="290325" y="1862825"/>
            <a:ext cx="663000" cy="1271100"/>
          </a:xfrm>
          <a:prstGeom prst="rect">
            <a:avLst/>
          </a:prstGeom>
          <a:noFill/>
          <a:ln>
            <a:noFill/>
          </a:ln>
        </p:spPr>
      </p:sp>
      <p:sp>
        <p:nvSpPr>
          <p:cNvPr id="231" name="Google Shape;231;p23"/>
          <p:cNvSpPr/>
          <p:nvPr>
            <p:ph idx="17" type="pic"/>
          </p:nvPr>
        </p:nvSpPr>
        <p:spPr>
          <a:xfrm>
            <a:off x="290325" y="3407525"/>
            <a:ext cx="663000" cy="1271100"/>
          </a:xfrm>
          <a:prstGeom prst="rect">
            <a:avLst/>
          </a:prstGeom>
          <a:noFill/>
          <a:ln>
            <a:noFill/>
          </a:ln>
        </p:spPr>
      </p:sp>
      <p:sp>
        <p:nvSpPr>
          <p:cNvPr id="232" name="Google Shape;232;p23"/>
          <p:cNvSpPr/>
          <p:nvPr>
            <p:ph idx="18" type="pic"/>
          </p:nvPr>
        </p:nvSpPr>
        <p:spPr>
          <a:xfrm>
            <a:off x="3191325" y="1862825"/>
            <a:ext cx="663000" cy="1271100"/>
          </a:xfrm>
          <a:prstGeom prst="rect">
            <a:avLst/>
          </a:prstGeom>
          <a:noFill/>
          <a:ln>
            <a:noFill/>
          </a:ln>
        </p:spPr>
      </p:sp>
      <p:sp>
        <p:nvSpPr>
          <p:cNvPr id="233" name="Google Shape;233;p23"/>
          <p:cNvSpPr/>
          <p:nvPr>
            <p:ph idx="19" type="pic"/>
          </p:nvPr>
        </p:nvSpPr>
        <p:spPr>
          <a:xfrm>
            <a:off x="3191325" y="3407525"/>
            <a:ext cx="663000" cy="1271100"/>
          </a:xfrm>
          <a:prstGeom prst="rect">
            <a:avLst/>
          </a:prstGeom>
          <a:noFill/>
          <a:ln>
            <a:noFill/>
          </a:ln>
        </p:spPr>
      </p:sp>
      <p:sp>
        <p:nvSpPr>
          <p:cNvPr id="234" name="Google Shape;234;p23"/>
          <p:cNvSpPr/>
          <p:nvPr>
            <p:ph idx="20" type="pic"/>
          </p:nvPr>
        </p:nvSpPr>
        <p:spPr>
          <a:xfrm>
            <a:off x="6092325" y="1862825"/>
            <a:ext cx="663000" cy="1271100"/>
          </a:xfrm>
          <a:prstGeom prst="rect">
            <a:avLst/>
          </a:prstGeom>
          <a:noFill/>
          <a:ln>
            <a:noFill/>
          </a:ln>
        </p:spPr>
      </p:sp>
      <p:sp>
        <p:nvSpPr>
          <p:cNvPr id="235" name="Google Shape;235;p23"/>
          <p:cNvSpPr/>
          <p:nvPr>
            <p:ph idx="21" type="pic"/>
          </p:nvPr>
        </p:nvSpPr>
        <p:spPr>
          <a:xfrm>
            <a:off x="6092325" y="3407525"/>
            <a:ext cx="663000" cy="1271100"/>
          </a:xfrm>
          <a:prstGeom prst="rect">
            <a:avLst/>
          </a:prstGeom>
          <a:noFill/>
          <a:ln>
            <a:noFill/>
          </a:ln>
        </p:spPr>
      </p:sp>
      <p:sp>
        <p:nvSpPr>
          <p:cNvPr id="236" name="Google Shape;236;p23"/>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23"/>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38" name="Shape 238"/>
        <p:cNvGrpSpPr/>
        <p:nvPr/>
      </p:nvGrpSpPr>
      <p:grpSpPr>
        <a:xfrm>
          <a:off x="0" y="0"/>
          <a:ext cx="0" cy="0"/>
          <a:chOff x="0" y="0"/>
          <a:chExt cx="0" cy="0"/>
        </a:xfrm>
      </p:grpSpPr>
      <p:sp>
        <p:nvSpPr>
          <p:cNvPr id="239" name="Google Shape;239;p24"/>
          <p:cNvSpPr/>
          <p:nvPr>
            <p:ph idx="2" type="pic"/>
          </p:nvPr>
        </p:nvSpPr>
        <p:spPr>
          <a:xfrm>
            <a:off x="3186000" y="3242875"/>
            <a:ext cx="2798100" cy="1440600"/>
          </a:xfrm>
          <a:prstGeom prst="rect">
            <a:avLst/>
          </a:prstGeom>
          <a:noFill/>
          <a:ln>
            <a:noFill/>
          </a:ln>
        </p:spPr>
      </p:sp>
      <p:sp>
        <p:nvSpPr>
          <p:cNvPr id="240" name="Google Shape;240;p24"/>
          <p:cNvSpPr/>
          <p:nvPr>
            <p:ph idx="3" type="pic"/>
          </p:nvPr>
        </p:nvSpPr>
        <p:spPr>
          <a:xfrm>
            <a:off x="5984100" y="3242875"/>
            <a:ext cx="1440600" cy="1440600"/>
          </a:xfrm>
          <a:prstGeom prst="rect">
            <a:avLst/>
          </a:prstGeom>
          <a:noFill/>
          <a:ln>
            <a:noFill/>
          </a:ln>
        </p:spPr>
      </p:sp>
      <p:sp>
        <p:nvSpPr>
          <p:cNvPr id="241" name="Google Shape;241;p24"/>
          <p:cNvSpPr/>
          <p:nvPr>
            <p:ph idx="4" type="pic"/>
          </p:nvPr>
        </p:nvSpPr>
        <p:spPr>
          <a:xfrm>
            <a:off x="7412150" y="1440350"/>
            <a:ext cx="1441500" cy="3243000"/>
          </a:xfrm>
          <a:prstGeom prst="rect">
            <a:avLst/>
          </a:prstGeom>
          <a:noFill/>
          <a:ln>
            <a:noFill/>
          </a:ln>
        </p:spPr>
      </p:sp>
      <p:sp>
        <p:nvSpPr>
          <p:cNvPr id="242" name="Google Shape;242;p24"/>
          <p:cNvSpPr/>
          <p:nvPr>
            <p:ph idx="5" type="pic"/>
          </p:nvPr>
        </p:nvSpPr>
        <p:spPr>
          <a:xfrm>
            <a:off x="7412150" y="0"/>
            <a:ext cx="1441500" cy="1440600"/>
          </a:xfrm>
          <a:prstGeom prst="rect">
            <a:avLst/>
          </a:prstGeom>
          <a:noFill/>
          <a:ln>
            <a:noFill/>
          </a:ln>
        </p:spPr>
      </p:sp>
      <p:sp>
        <p:nvSpPr>
          <p:cNvPr id="243" name="Google Shape;243;p24"/>
          <p:cNvSpPr/>
          <p:nvPr>
            <p:ph idx="6" type="pic"/>
          </p:nvPr>
        </p:nvSpPr>
        <p:spPr>
          <a:xfrm>
            <a:off x="3184850" y="0"/>
            <a:ext cx="4227300" cy="3243000"/>
          </a:xfrm>
          <a:prstGeom prst="rect">
            <a:avLst/>
          </a:prstGeom>
          <a:noFill/>
          <a:ln>
            <a:noFill/>
          </a:ln>
        </p:spPr>
      </p:sp>
      <p:sp>
        <p:nvSpPr>
          <p:cNvPr id="244" name="Google Shape;244;p2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5" name="Google Shape;245;p24"/>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24"/>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7" name="Google Shape;247;p24"/>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8" name="Google Shape;248;p24"/>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249" name="Google Shape;249;p24"/>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250" name="Shape 250"/>
        <p:cNvGrpSpPr/>
        <p:nvPr/>
      </p:nvGrpSpPr>
      <p:grpSpPr>
        <a:xfrm>
          <a:off x="0" y="0"/>
          <a:ext cx="0" cy="0"/>
          <a:chOff x="0" y="0"/>
          <a:chExt cx="0" cy="0"/>
        </a:xfrm>
      </p:grpSpPr>
      <p:sp>
        <p:nvSpPr>
          <p:cNvPr id="251" name="Google Shape;251;p25"/>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252" name="Google Shape;252;p25"/>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253" name="Google Shape;253;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4" name="Google Shape;254;p2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2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25"/>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7" name="Shape 257"/>
        <p:cNvGrpSpPr/>
        <p:nvPr/>
      </p:nvGrpSpPr>
      <p:grpSpPr>
        <a:xfrm>
          <a:off x="0" y="0"/>
          <a:ext cx="0" cy="0"/>
          <a:chOff x="0" y="0"/>
          <a:chExt cx="0" cy="0"/>
        </a:xfrm>
      </p:grpSpPr>
      <p:sp>
        <p:nvSpPr>
          <p:cNvPr id="258" name="Google Shape;258;p26"/>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59" name="Google Shape;259;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65" name="Shape 265"/>
        <p:cNvGrpSpPr/>
        <p:nvPr/>
      </p:nvGrpSpPr>
      <p:grpSpPr>
        <a:xfrm>
          <a:off x="0" y="0"/>
          <a:ext cx="0" cy="0"/>
          <a:chOff x="0" y="0"/>
          <a:chExt cx="0" cy="0"/>
        </a:xfrm>
      </p:grpSpPr>
      <p:sp>
        <p:nvSpPr>
          <p:cNvPr id="266" name="Google Shape;266;p29"/>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2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8" name="Google Shape;268;p29"/>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9" name="Shape 269"/>
        <p:cNvGrpSpPr/>
        <p:nvPr/>
      </p:nvGrpSpPr>
      <p:grpSpPr>
        <a:xfrm>
          <a:off x="0" y="0"/>
          <a:ext cx="0" cy="0"/>
          <a:chOff x="0" y="0"/>
          <a:chExt cx="0" cy="0"/>
        </a:xfrm>
      </p:grpSpPr>
      <p:sp>
        <p:nvSpPr>
          <p:cNvPr id="270" name="Google Shape;270;p3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71" name="Shape 271"/>
        <p:cNvGrpSpPr/>
        <p:nvPr/>
      </p:nvGrpSpPr>
      <p:grpSpPr>
        <a:xfrm>
          <a:off x="0" y="0"/>
          <a:ext cx="0" cy="0"/>
          <a:chOff x="0" y="0"/>
          <a:chExt cx="0" cy="0"/>
        </a:xfrm>
      </p:grpSpPr>
      <p:sp>
        <p:nvSpPr>
          <p:cNvPr id="272" name="Google Shape;272;p31"/>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73" name="Google Shape;273;p3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74" name="Shape 274"/>
        <p:cNvGrpSpPr/>
        <p:nvPr/>
      </p:nvGrpSpPr>
      <p:grpSpPr>
        <a:xfrm>
          <a:off x="0" y="0"/>
          <a:ext cx="0" cy="0"/>
          <a:chOff x="0" y="0"/>
          <a:chExt cx="0" cy="0"/>
        </a:xfrm>
      </p:grpSpPr>
      <p:sp>
        <p:nvSpPr>
          <p:cNvPr id="275" name="Google Shape;275;p32"/>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76" name="Shape 276"/>
        <p:cNvGrpSpPr/>
        <p:nvPr/>
      </p:nvGrpSpPr>
      <p:grpSpPr>
        <a:xfrm>
          <a:off x="0" y="0"/>
          <a:ext cx="0" cy="0"/>
          <a:chOff x="0" y="0"/>
          <a:chExt cx="0" cy="0"/>
        </a:xfrm>
      </p:grpSpPr>
      <p:sp>
        <p:nvSpPr>
          <p:cNvPr id="277" name="Google Shape;277;p33"/>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78" name="Google Shape;278;p3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9" name="Google Shape;279;p3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80" name="Shape 280"/>
        <p:cNvGrpSpPr/>
        <p:nvPr/>
      </p:nvGrpSpPr>
      <p:grpSpPr>
        <a:xfrm>
          <a:off x="0" y="0"/>
          <a:ext cx="0" cy="0"/>
          <a:chOff x="0" y="0"/>
          <a:chExt cx="0" cy="0"/>
        </a:xfrm>
      </p:grpSpPr>
      <p:sp>
        <p:nvSpPr>
          <p:cNvPr id="281" name="Google Shape;281;p3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82" name="Shape 282"/>
        <p:cNvGrpSpPr/>
        <p:nvPr/>
      </p:nvGrpSpPr>
      <p:grpSpPr>
        <a:xfrm>
          <a:off x="0" y="0"/>
          <a:ext cx="0" cy="0"/>
          <a:chOff x="0" y="0"/>
          <a:chExt cx="0" cy="0"/>
        </a:xfrm>
      </p:grpSpPr>
      <p:sp>
        <p:nvSpPr>
          <p:cNvPr id="283" name="Google Shape;283;p35"/>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84" name="Google Shape;284;p3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5" name="Shape 28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86" name="Shape 286"/>
        <p:cNvGrpSpPr/>
        <p:nvPr/>
      </p:nvGrpSpPr>
      <p:grpSpPr>
        <a:xfrm>
          <a:off x="0" y="0"/>
          <a:ext cx="0" cy="0"/>
          <a:chOff x="0" y="0"/>
          <a:chExt cx="0" cy="0"/>
        </a:xfrm>
      </p:grpSpPr>
      <p:sp>
        <p:nvSpPr>
          <p:cNvPr id="287" name="Google Shape;287;p37"/>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9" name="Google Shape;289;p3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0" name="Google Shape;290;p3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1" name="Google Shape;291;p3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2" name="Google Shape;292;p3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3" name="Google Shape;293;p3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94" name="Shape 294"/>
        <p:cNvGrpSpPr/>
        <p:nvPr/>
      </p:nvGrpSpPr>
      <p:grpSpPr>
        <a:xfrm>
          <a:off x="0" y="0"/>
          <a:ext cx="0" cy="0"/>
          <a:chOff x="0" y="0"/>
          <a:chExt cx="0" cy="0"/>
        </a:xfrm>
      </p:grpSpPr>
      <p:sp>
        <p:nvSpPr>
          <p:cNvPr id="295" name="Google Shape;295;p3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38"/>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98" name="Shape 298"/>
        <p:cNvGrpSpPr/>
        <p:nvPr/>
      </p:nvGrpSpPr>
      <p:grpSpPr>
        <a:xfrm>
          <a:off x="0" y="0"/>
          <a:ext cx="0" cy="0"/>
          <a:chOff x="0" y="0"/>
          <a:chExt cx="0" cy="0"/>
        </a:xfrm>
      </p:grpSpPr>
      <p:sp>
        <p:nvSpPr>
          <p:cNvPr id="299" name="Google Shape;299;p39"/>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0" name="Google Shape;300;p39"/>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1" name="Google Shape;301;p3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2" name="Google Shape;302;p3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3" name="Google Shape;303;p3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04" name="Shape 304"/>
        <p:cNvGrpSpPr/>
        <p:nvPr/>
      </p:nvGrpSpPr>
      <p:grpSpPr>
        <a:xfrm>
          <a:off x="0" y="0"/>
          <a:ext cx="0" cy="0"/>
          <a:chOff x="0" y="0"/>
          <a:chExt cx="0" cy="0"/>
        </a:xfrm>
      </p:grpSpPr>
      <p:sp>
        <p:nvSpPr>
          <p:cNvPr id="305" name="Google Shape;305;p40"/>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4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40"/>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8" name="Google Shape;308;p4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9" name="Google Shape;309;p4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4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4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12" name="Shape 312"/>
        <p:cNvGrpSpPr/>
        <p:nvPr/>
      </p:nvGrpSpPr>
      <p:grpSpPr>
        <a:xfrm>
          <a:off x="0" y="0"/>
          <a:ext cx="0" cy="0"/>
          <a:chOff x="0" y="0"/>
          <a:chExt cx="0" cy="0"/>
        </a:xfrm>
      </p:grpSpPr>
      <p:sp>
        <p:nvSpPr>
          <p:cNvPr id="313" name="Google Shape;313;p41"/>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4" name="Google Shape;314;p4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5" name="Google Shape;315;p4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6" name="Google Shape;316;p4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7" name="Google Shape;317;p41"/>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8" name="Google Shape;318;p4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9" name="Google Shape;319;p4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0" name="Google Shape;320;p4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1" name="Google Shape;321;p4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22" name="Shape 322"/>
        <p:cNvGrpSpPr/>
        <p:nvPr/>
      </p:nvGrpSpPr>
      <p:grpSpPr>
        <a:xfrm>
          <a:off x="0" y="0"/>
          <a:ext cx="0" cy="0"/>
          <a:chOff x="0" y="0"/>
          <a:chExt cx="0" cy="0"/>
        </a:xfrm>
      </p:grpSpPr>
      <p:sp>
        <p:nvSpPr>
          <p:cNvPr id="323" name="Google Shape;323;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25" name="Shape 325"/>
        <p:cNvGrpSpPr/>
        <p:nvPr/>
      </p:nvGrpSpPr>
      <p:grpSpPr>
        <a:xfrm>
          <a:off x="0" y="0"/>
          <a:ext cx="0" cy="0"/>
          <a:chOff x="0" y="0"/>
          <a:chExt cx="0" cy="0"/>
        </a:xfrm>
      </p:grpSpPr>
      <p:sp>
        <p:nvSpPr>
          <p:cNvPr id="326" name="Google Shape;326;p43"/>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7" name="Google Shape;327;p43"/>
          <p:cNvSpPr/>
          <p:nvPr>
            <p:ph idx="2" type="pic"/>
          </p:nvPr>
        </p:nvSpPr>
        <p:spPr>
          <a:xfrm>
            <a:off x="4804825" y="1133300"/>
            <a:ext cx="4027500" cy="2392800"/>
          </a:xfrm>
          <a:prstGeom prst="rect">
            <a:avLst/>
          </a:prstGeom>
          <a:noFill/>
          <a:ln>
            <a:noFill/>
          </a:ln>
        </p:spPr>
      </p:sp>
      <p:sp>
        <p:nvSpPr>
          <p:cNvPr id="328" name="Google Shape;328;p43"/>
          <p:cNvSpPr/>
          <p:nvPr>
            <p:ph idx="3" type="pic"/>
          </p:nvPr>
        </p:nvSpPr>
        <p:spPr>
          <a:xfrm>
            <a:off x="311725" y="1133300"/>
            <a:ext cx="4027500" cy="2392800"/>
          </a:xfrm>
          <a:prstGeom prst="rect">
            <a:avLst/>
          </a:prstGeom>
          <a:noFill/>
          <a:ln>
            <a:noFill/>
          </a:ln>
        </p:spPr>
      </p:sp>
      <p:sp>
        <p:nvSpPr>
          <p:cNvPr id="329" name="Google Shape;329;p4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0" name="Google Shape;330;p43"/>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1" name="Google Shape;331;p4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2" name="Google Shape;332;p4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33" name="Shape 333"/>
        <p:cNvGrpSpPr/>
        <p:nvPr/>
      </p:nvGrpSpPr>
      <p:grpSpPr>
        <a:xfrm>
          <a:off x="0" y="0"/>
          <a:ext cx="0" cy="0"/>
          <a:chOff x="0" y="0"/>
          <a:chExt cx="0" cy="0"/>
        </a:xfrm>
      </p:grpSpPr>
      <p:sp>
        <p:nvSpPr>
          <p:cNvPr id="334" name="Google Shape;334;p44"/>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44"/>
          <p:cNvSpPr/>
          <p:nvPr>
            <p:ph idx="2" type="pic"/>
          </p:nvPr>
        </p:nvSpPr>
        <p:spPr>
          <a:xfrm>
            <a:off x="6205225" y="1128325"/>
            <a:ext cx="2627100" cy="2273100"/>
          </a:xfrm>
          <a:prstGeom prst="rect">
            <a:avLst/>
          </a:prstGeom>
          <a:noFill/>
          <a:ln>
            <a:noFill/>
          </a:ln>
        </p:spPr>
      </p:sp>
      <p:sp>
        <p:nvSpPr>
          <p:cNvPr id="336" name="Google Shape;336;p44"/>
          <p:cNvSpPr/>
          <p:nvPr>
            <p:ph idx="3" type="pic"/>
          </p:nvPr>
        </p:nvSpPr>
        <p:spPr>
          <a:xfrm>
            <a:off x="311725" y="1128325"/>
            <a:ext cx="2627100" cy="2273100"/>
          </a:xfrm>
          <a:prstGeom prst="rect">
            <a:avLst/>
          </a:prstGeom>
          <a:noFill/>
          <a:ln>
            <a:noFill/>
          </a:ln>
        </p:spPr>
      </p:sp>
      <p:sp>
        <p:nvSpPr>
          <p:cNvPr id="337" name="Google Shape;337;p4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4"/>
          <p:cNvSpPr/>
          <p:nvPr>
            <p:ph idx="5" type="pic"/>
          </p:nvPr>
        </p:nvSpPr>
        <p:spPr>
          <a:xfrm>
            <a:off x="3255250" y="1128325"/>
            <a:ext cx="2627100" cy="2273100"/>
          </a:xfrm>
          <a:prstGeom prst="rect">
            <a:avLst/>
          </a:prstGeom>
          <a:noFill/>
          <a:ln>
            <a:noFill/>
          </a:ln>
        </p:spPr>
      </p:sp>
      <p:sp>
        <p:nvSpPr>
          <p:cNvPr id="339" name="Google Shape;339;p4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0" name="Google Shape;340;p4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4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2" name="Google Shape;342;p4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3" name="Google Shape;343;p4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4" name="Shape 344"/>
        <p:cNvGrpSpPr/>
        <p:nvPr/>
      </p:nvGrpSpPr>
      <p:grpSpPr>
        <a:xfrm>
          <a:off x="0" y="0"/>
          <a:ext cx="0" cy="0"/>
          <a:chOff x="0" y="0"/>
          <a:chExt cx="0" cy="0"/>
        </a:xfrm>
      </p:grpSpPr>
      <p:sp>
        <p:nvSpPr>
          <p:cNvPr id="345" name="Google Shape;345;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6" name="Shape 346"/>
        <p:cNvGrpSpPr/>
        <p:nvPr/>
      </p:nvGrpSpPr>
      <p:grpSpPr>
        <a:xfrm>
          <a:off x="0" y="0"/>
          <a:ext cx="0" cy="0"/>
          <a:chOff x="0" y="0"/>
          <a:chExt cx="0" cy="0"/>
        </a:xfrm>
      </p:grpSpPr>
      <p:sp>
        <p:nvSpPr>
          <p:cNvPr id="347" name="Google Shape;347;p46"/>
          <p:cNvSpPr/>
          <p:nvPr>
            <p:ph idx="2" type="pic"/>
          </p:nvPr>
        </p:nvSpPr>
        <p:spPr>
          <a:xfrm>
            <a:off x="3389600" y="118913"/>
            <a:ext cx="1643700" cy="1535100"/>
          </a:xfrm>
          <a:prstGeom prst="rect">
            <a:avLst/>
          </a:prstGeom>
          <a:noFill/>
          <a:ln>
            <a:noFill/>
          </a:ln>
        </p:spPr>
      </p:sp>
      <p:sp>
        <p:nvSpPr>
          <p:cNvPr id="348" name="Google Shape;348;p46"/>
          <p:cNvSpPr/>
          <p:nvPr>
            <p:ph idx="3" type="pic"/>
          </p:nvPr>
        </p:nvSpPr>
        <p:spPr>
          <a:xfrm>
            <a:off x="5195935" y="118913"/>
            <a:ext cx="1643700" cy="1535100"/>
          </a:xfrm>
          <a:prstGeom prst="rect">
            <a:avLst/>
          </a:prstGeom>
          <a:noFill/>
          <a:ln>
            <a:noFill/>
          </a:ln>
        </p:spPr>
      </p:sp>
      <p:sp>
        <p:nvSpPr>
          <p:cNvPr id="349" name="Google Shape;349;p46"/>
          <p:cNvSpPr/>
          <p:nvPr>
            <p:ph idx="4" type="pic"/>
          </p:nvPr>
        </p:nvSpPr>
        <p:spPr>
          <a:xfrm>
            <a:off x="7002270" y="118913"/>
            <a:ext cx="1643700" cy="1535100"/>
          </a:xfrm>
          <a:prstGeom prst="rect">
            <a:avLst/>
          </a:prstGeom>
          <a:noFill/>
          <a:ln>
            <a:noFill/>
          </a:ln>
        </p:spPr>
      </p:sp>
      <p:sp>
        <p:nvSpPr>
          <p:cNvPr id="350" name="Google Shape;350;p46"/>
          <p:cNvSpPr/>
          <p:nvPr>
            <p:ph idx="5" type="pic"/>
          </p:nvPr>
        </p:nvSpPr>
        <p:spPr>
          <a:xfrm>
            <a:off x="3389588" y="1804212"/>
            <a:ext cx="1643700" cy="1535100"/>
          </a:xfrm>
          <a:prstGeom prst="rect">
            <a:avLst/>
          </a:prstGeom>
          <a:noFill/>
          <a:ln>
            <a:noFill/>
          </a:ln>
        </p:spPr>
      </p:sp>
      <p:sp>
        <p:nvSpPr>
          <p:cNvPr id="351" name="Google Shape;351;p46"/>
          <p:cNvSpPr/>
          <p:nvPr>
            <p:ph idx="6" type="pic"/>
          </p:nvPr>
        </p:nvSpPr>
        <p:spPr>
          <a:xfrm>
            <a:off x="5195922" y="1804212"/>
            <a:ext cx="1643700" cy="1535100"/>
          </a:xfrm>
          <a:prstGeom prst="rect">
            <a:avLst/>
          </a:prstGeom>
          <a:noFill/>
          <a:ln>
            <a:noFill/>
          </a:ln>
        </p:spPr>
      </p:sp>
      <p:sp>
        <p:nvSpPr>
          <p:cNvPr id="352" name="Google Shape;352;p46"/>
          <p:cNvSpPr/>
          <p:nvPr>
            <p:ph idx="7" type="pic"/>
          </p:nvPr>
        </p:nvSpPr>
        <p:spPr>
          <a:xfrm>
            <a:off x="7002257" y="1804212"/>
            <a:ext cx="1643700" cy="1535100"/>
          </a:xfrm>
          <a:prstGeom prst="rect">
            <a:avLst/>
          </a:prstGeom>
          <a:noFill/>
          <a:ln>
            <a:noFill/>
          </a:ln>
        </p:spPr>
      </p:sp>
      <p:sp>
        <p:nvSpPr>
          <p:cNvPr id="353" name="Google Shape;353;p46"/>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4" name="Google Shape;354;p46"/>
          <p:cNvSpPr/>
          <p:nvPr>
            <p:ph idx="8" type="pic"/>
          </p:nvPr>
        </p:nvSpPr>
        <p:spPr>
          <a:xfrm>
            <a:off x="3389588" y="3489487"/>
            <a:ext cx="1643700" cy="1535100"/>
          </a:xfrm>
          <a:prstGeom prst="rect">
            <a:avLst/>
          </a:prstGeom>
          <a:noFill/>
          <a:ln>
            <a:noFill/>
          </a:ln>
        </p:spPr>
      </p:sp>
      <p:sp>
        <p:nvSpPr>
          <p:cNvPr id="355" name="Google Shape;355;p46"/>
          <p:cNvSpPr/>
          <p:nvPr>
            <p:ph idx="9" type="pic"/>
          </p:nvPr>
        </p:nvSpPr>
        <p:spPr>
          <a:xfrm>
            <a:off x="5195922" y="3489487"/>
            <a:ext cx="1643700" cy="1535100"/>
          </a:xfrm>
          <a:prstGeom prst="rect">
            <a:avLst/>
          </a:prstGeom>
          <a:noFill/>
          <a:ln>
            <a:noFill/>
          </a:ln>
        </p:spPr>
      </p:sp>
      <p:sp>
        <p:nvSpPr>
          <p:cNvPr id="356" name="Google Shape;356;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361" name="Shape 361"/>
        <p:cNvGrpSpPr/>
        <p:nvPr/>
      </p:nvGrpSpPr>
      <p:grpSpPr>
        <a:xfrm>
          <a:off x="0" y="0"/>
          <a:ext cx="0" cy="0"/>
          <a:chOff x="0" y="0"/>
          <a:chExt cx="0" cy="0"/>
        </a:xfrm>
      </p:grpSpPr>
      <p:sp>
        <p:nvSpPr>
          <p:cNvPr id="362" name="Google Shape;362;p48"/>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63" name="Google Shape;363;p48"/>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4" name="Google Shape;364;p48"/>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65" name="Google Shape;365;p48"/>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6" name="Google Shape;366;p48"/>
          <p:cNvGrpSpPr/>
          <p:nvPr/>
        </p:nvGrpSpPr>
        <p:grpSpPr>
          <a:xfrm flipH="1" rot="10800000">
            <a:off x="4395238" y="-11"/>
            <a:ext cx="4748757" cy="2797859"/>
            <a:chOff x="3200875" y="1642950"/>
            <a:chExt cx="5970275" cy="3517550"/>
          </a:xfrm>
        </p:grpSpPr>
        <p:sp>
          <p:nvSpPr>
            <p:cNvPr id="367" name="Google Shape;367;p48"/>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368" name="Google Shape;368;p48"/>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369" name="Google Shape;369;p48"/>
          <p:cNvGrpSpPr/>
          <p:nvPr/>
        </p:nvGrpSpPr>
        <p:grpSpPr>
          <a:xfrm flipH="1">
            <a:off x="6309311" y="2793726"/>
            <a:ext cx="2834695" cy="1890116"/>
            <a:chOff x="312900" y="2793625"/>
            <a:chExt cx="2221200" cy="1481050"/>
          </a:xfrm>
        </p:grpSpPr>
        <p:grpSp>
          <p:nvGrpSpPr>
            <p:cNvPr id="370" name="Google Shape;370;p48"/>
            <p:cNvGrpSpPr/>
            <p:nvPr/>
          </p:nvGrpSpPr>
          <p:grpSpPr>
            <a:xfrm>
              <a:off x="312900" y="2793625"/>
              <a:ext cx="1851000" cy="1481050"/>
              <a:chOff x="461225" y="3249175"/>
              <a:chExt cx="1851000" cy="1481050"/>
            </a:xfrm>
          </p:grpSpPr>
          <p:grpSp>
            <p:nvGrpSpPr>
              <p:cNvPr id="371" name="Google Shape;371;p48"/>
              <p:cNvGrpSpPr/>
              <p:nvPr/>
            </p:nvGrpSpPr>
            <p:grpSpPr>
              <a:xfrm>
                <a:off x="461225" y="3249175"/>
                <a:ext cx="1851000" cy="370200"/>
                <a:chOff x="461225" y="3249175"/>
                <a:chExt cx="1851000" cy="370200"/>
              </a:xfrm>
            </p:grpSpPr>
            <p:sp>
              <p:nvSpPr>
                <p:cNvPr id="372" name="Google Shape;372;p4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3" name="Google Shape;373;p4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4" name="Google Shape;374;p4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5" name="Google Shape;375;p48"/>
              <p:cNvGrpSpPr/>
              <p:nvPr/>
            </p:nvGrpSpPr>
            <p:grpSpPr>
              <a:xfrm>
                <a:off x="461225" y="3619500"/>
                <a:ext cx="1480800" cy="370200"/>
                <a:chOff x="461225" y="3249175"/>
                <a:chExt cx="1480800" cy="370200"/>
              </a:xfrm>
            </p:grpSpPr>
            <p:sp>
              <p:nvSpPr>
                <p:cNvPr id="376" name="Google Shape;376;p4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4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8" name="Google Shape;378;p4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9" name="Google Shape;379;p4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80" name="Google Shape;380;p48"/>
              <p:cNvGrpSpPr/>
              <p:nvPr/>
            </p:nvGrpSpPr>
            <p:grpSpPr>
              <a:xfrm>
                <a:off x="461225" y="3989700"/>
                <a:ext cx="1851000" cy="370200"/>
                <a:chOff x="461225" y="3249175"/>
                <a:chExt cx="1851000" cy="370200"/>
              </a:xfrm>
            </p:grpSpPr>
            <p:sp>
              <p:nvSpPr>
                <p:cNvPr id="381" name="Google Shape;381;p4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4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3" name="Google Shape;383;p4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4" name="Google Shape;384;p4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85" name="Google Shape;385;p48"/>
              <p:cNvGrpSpPr/>
              <p:nvPr/>
            </p:nvGrpSpPr>
            <p:grpSpPr>
              <a:xfrm>
                <a:off x="461225" y="4360025"/>
                <a:ext cx="1480800" cy="370200"/>
                <a:chOff x="461225" y="3249175"/>
                <a:chExt cx="1480800" cy="370200"/>
              </a:xfrm>
            </p:grpSpPr>
            <p:sp>
              <p:nvSpPr>
                <p:cNvPr id="386" name="Google Shape;386;p4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7" name="Google Shape;387;p4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8" name="Google Shape;388;p48"/>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89" name="Google Shape;389;p48"/>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90" name="Shape 390"/>
        <p:cNvGrpSpPr/>
        <p:nvPr/>
      </p:nvGrpSpPr>
      <p:grpSpPr>
        <a:xfrm>
          <a:off x="0" y="0"/>
          <a:ext cx="0" cy="0"/>
          <a:chOff x="0" y="0"/>
          <a:chExt cx="0" cy="0"/>
        </a:xfrm>
      </p:grpSpPr>
      <p:grpSp>
        <p:nvGrpSpPr>
          <p:cNvPr id="391" name="Google Shape;391;p49"/>
          <p:cNvGrpSpPr/>
          <p:nvPr/>
        </p:nvGrpSpPr>
        <p:grpSpPr>
          <a:xfrm flipH="1">
            <a:off x="6169505" y="2816179"/>
            <a:ext cx="2979740" cy="1986829"/>
            <a:chOff x="312900" y="2793625"/>
            <a:chExt cx="2221200" cy="1481050"/>
          </a:xfrm>
        </p:grpSpPr>
        <p:grpSp>
          <p:nvGrpSpPr>
            <p:cNvPr id="392" name="Google Shape;392;p49"/>
            <p:cNvGrpSpPr/>
            <p:nvPr/>
          </p:nvGrpSpPr>
          <p:grpSpPr>
            <a:xfrm>
              <a:off x="312900" y="2793625"/>
              <a:ext cx="1851000" cy="1481050"/>
              <a:chOff x="461225" y="3249175"/>
              <a:chExt cx="1851000" cy="1481050"/>
            </a:xfrm>
          </p:grpSpPr>
          <p:grpSp>
            <p:nvGrpSpPr>
              <p:cNvPr id="393" name="Google Shape;393;p49"/>
              <p:cNvGrpSpPr/>
              <p:nvPr/>
            </p:nvGrpSpPr>
            <p:grpSpPr>
              <a:xfrm>
                <a:off x="461225" y="3249175"/>
                <a:ext cx="1851000" cy="370200"/>
                <a:chOff x="461225" y="3249175"/>
                <a:chExt cx="1851000" cy="370200"/>
              </a:xfrm>
            </p:grpSpPr>
            <p:sp>
              <p:nvSpPr>
                <p:cNvPr id="394" name="Google Shape;394;p49"/>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5" name="Google Shape;395;p4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6" name="Google Shape;396;p49"/>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7" name="Google Shape;397;p4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8" name="Google Shape;398;p49"/>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99" name="Google Shape;399;p49"/>
              <p:cNvGrpSpPr/>
              <p:nvPr/>
            </p:nvGrpSpPr>
            <p:grpSpPr>
              <a:xfrm>
                <a:off x="461225" y="3619500"/>
                <a:ext cx="1851000" cy="370200"/>
                <a:chOff x="461225" y="3249175"/>
                <a:chExt cx="1851000" cy="370200"/>
              </a:xfrm>
            </p:grpSpPr>
            <p:sp>
              <p:nvSpPr>
                <p:cNvPr id="400" name="Google Shape;400;p49"/>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01" name="Google Shape;401;p4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02" name="Google Shape;402;p49"/>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03" name="Google Shape;403;p4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04" name="Google Shape;404;p49"/>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05" name="Google Shape;405;p49"/>
              <p:cNvGrpSpPr/>
              <p:nvPr/>
            </p:nvGrpSpPr>
            <p:grpSpPr>
              <a:xfrm>
                <a:off x="461225" y="3989700"/>
                <a:ext cx="1851000" cy="370200"/>
                <a:chOff x="461225" y="3249175"/>
                <a:chExt cx="1851000" cy="370200"/>
              </a:xfrm>
            </p:grpSpPr>
            <p:sp>
              <p:nvSpPr>
                <p:cNvPr id="406" name="Google Shape;406;p49"/>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07" name="Google Shape;407;p4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08" name="Google Shape;408;p49"/>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09" name="Google Shape;409;p4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0" name="Google Shape;410;p49"/>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11" name="Google Shape;411;p49"/>
              <p:cNvGrpSpPr/>
              <p:nvPr/>
            </p:nvGrpSpPr>
            <p:grpSpPr>
              <a:xfrm>
                <a:off x="461225" y="4360025"/>
                <a:ext cx="1851000" cy="370200"/>
                <a:chOff x="461225" y="3249175"/>
                <a:chExt cx="1851000" cy="370200"/>
              </a:xfrm>
            </p:grpSpPr>
            <p:sp>
              <p:nvSpPr>
                <p:cNvPr id="412" name="Google Shape;412;p49"/>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3" name="Google Shape;413;p4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4" name="Google Shape;414;p49"/>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5" name="Google Shape;415;p4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6" name="Google Shape;416;p49"/>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17" name="Google Shape;417;p49"/>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418" name="Google Shape;418;p49"/>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19" name="Google Shape;419;p49"/>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0" name="Google Shape;420;p49"/>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1" name="Google Shape;421;p49"/>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2" name="Google Shape;422;p49"/>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23" name="Google Shape;423;p49"/>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24" name="Google Shape;424;p49"/>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425" name="Google Shape;425;p49"/>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426" name="Shape 426"/>
        <p:cNvGrpSpPr/>
        <p:nvPr/>
      </p:nvGrpSpPr>
      <p:grpSpPr>
        <a:xfrm>
          <a:off x="0" y="0"/>
          <a:ext cx="0" cy="0"/>
          <a:chOff x="0" y="0"/>
          <a:chExt cx="0" cy="0"/>
        </a:xfrm>
      </p:grpSpPr>
      <p:grpSp>
        <p:nvGrpSpPr>
          <p:cNvPr id="427" name="Google Shape;427;p50"/>
          <p:cNvGrpSpPr/>
          <p:nvPr/>
        </p:nvGrpSpPr>
        <p:grpSpPr>
          <a:xfrm flipH="1">
            <a:off x="6169505" y="228779"/>
            <a:ext cx="2979740" cy="1986829"/>
            <a:chOff x="312900" y="2793625"/>
            <a:chExt cx="2221200" cy="1481050"/>
          </a:xfrm>
        </p:grpSpPr>
        <p:grpSp>
          <p:nvGrpSpPr>
            <p:cNvPr id="428" name="Google Shape;428;p50"/>
            <p:cNvGrpSpPr/>
            <p:nvPr/>
          </p:nvGrpSpPr>
          <p:grpSpPr>
            <a:xfrm>
              <a:off x="312900" y="2793625"/>
              <a:ext cx="1851000" cy="1481050"/>
              <a:chOff x="461225" y="3249175"/>
              <a:chExt cx="1851000" cy="1481050"/>
            </a:xfrm>
          </p:grpSpPr>
          <p:grpSp>
            <p:nvGrpSpPr>
              <p:cNvPr id="429" name="Google Shape;429;p50"/>
              <p:cNvGrpSpPr/>
              <p:nvPr/>
            </p:nvGrpSpPr>
            <p:grpSpPr>
              <a:xfrm>
                <a:off x="461225" y="3249175"/>
                <a:ext cx="1851000" cy="370200"/>
                <a:chOff x="461225" y="3249175"/>
                <a:chExt cx="1851000" cy="370200"/>
              </a:xfrm>
            </p:grpSpPr>
            <p:sp>
              <p:nvSpPr>
                <p:cNvPr id="430" name="Google Shape;430;p5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1" name="Google Shape;431;p5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2" name="Google Shape;432;p5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3" name="Google Shape;433;p5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4" name="Google Shape;434;p5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35" name="Google Shape;435;p50"/>
              <p:cNvGrpSpPr/>
              <p:nvPr/>
            </p:nvGrpSpPr>
            <p:grpSpPr>
              <a:xfrm>
                <a:off x="461225" y="3619500"/>
                <a:ext cx="1851000" cy="370200"/>
                <a:chOff x="461225" y="3249175"/>
                <a:chExt cx="1851000" cy="370200"/>
              </a:xfrm>
            </p:grpSpPr>
            <p:sp>
              <p:nvSpPr>
                <p:cNvPr id="436" name="Google Shape;436;p5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5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5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9" name="Google Shape;439;p5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0" name="Google Shape;440;p5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1" name="Google Shape;441;p50"/>
              <p:cNvGrpSpPr/>
              <p:nvPr/>
            </p:nvGrpSpPr>
            <p:grpSpPr>
              <a:xfrm>
                <a:off x="461225" y="3989700"/>
                <a:ext cx="1851000" cy="370200"/>
                <a:chOff x="461225" y="3249175"/>
                <a:chExt cx="1851000" cy="370200"/>
              </a:xfrm>
            </p:grpSpPr>
            <p:sp>
              <p:nvSpPr>
                <p:cNvPr id="442" name="Google Shape;442;p5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5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4" name="Google Shape;444;p5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5" name="Google Shape;445;p5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6" name="Google Shape;446;p5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7" name="Google Shape;447;p50"/>
              <p:cNvGrpSpPr/>
              <p:nvPr/>
            </p:nvGrpSpPr>
            <p:grpSpPr>
              <a:xfrm>
                <a:off x="461225" y="4360025"/>
                <a:ext cx="1851000" cy="370200"/>
                <a:chOff x="461225" y="3249175"/>
                <a:chExt cx="1851000" cy="370200"/>
              </a:xfrm>
            </p:grpSpPr>
            <p:sp>
              <p:nvSpPr>
                <p:cNvPr id="448" name="Google Shape;448;p5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9" name="Google Shape;449;p5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0" name="Google Shape;450;p5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1" name="Google Shape;451;p5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2" name="Google Shape;452;p5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3" name="Google Shape;453;p50"/>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454" name="Google Shape;454;p5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5" name="Google Shape;455;p50"/>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6" name="Google Shape;456;p50"/>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7" name="Google Shape;457;p50"/>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8" name="Google Shape;458;p50"/>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459" name="Google Shape;459;p50"/>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460" name="Google Shape;460;p5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461" name="Shape 461"/>
        <p:cNvGrpSpPr/>
        <p:nvPr/>
      </p:nvGrpSpPr>
      <p:grpSpPr>
        <a:xfrm>
          <a:off x="0" y="0"/>
          <a:ext cx="0" cy="0"/>
          <a:chOff x="0" y="0"/>
          <a:chExt cx="0" cy="0"/>
        </a:xfrm>
      </p:grpSpPr>
      <p:grpSp>
        <p:nvGrpSpPr>
          <p:cNvPr id="462" name="Google Shape;462;p51"/>
          <p:cNvGrpSpPr/>
          <p:nvPr/>
        </p:nvGrpSpPr>
        <p:grpSpPr>
          <a:xfrm>
            <a:off x="228600" y="2793625"/>
            <a:ext cx="2221200" cy="1481050"/>
            <a:chOff x="312900" y="2793625"/>
            <a:chExt cx="2221200" cy="1481050"/>
          </a:xfrm>
        </p:grpSpPr>
        <p:grpSp>
          <p:nvGrpSpPr>
            <p:cNvPr id="463" name="Google Shape;463;p51"/>
            <p:cNvGrpSpPr/>
            <p:nvPr/>
          </p:nvGrpSpPr>
          <p:grpSpPr>
            <a:xfrm>
              <a:off x="312900" y="2793625"/>
              <a:ext cx="1851000" cy="1481050"/>
              <a:chOff x="461225" y="3249175"/>
              <a:chExt cx="1851000" cy="1481050"/>
            </a:xfrm>
          </p:grpSpPr>
          <p:grpSp>
            <p:nvGrpSpPr>
              <p:cNvPr id="464" name="Google Shape;464;p51"/>
              <p:cNvGrpSpPr/>
              <p:nvPr/>
            </p:nvGrpSpPr>
            <p:grpSpPr>
              <a:xfrm>
                <a:off x="461225" y="3249175"/>
                <a:ext cx="1851000" cy="370200"/>
                <a:chOff x="461225" y="3249175"/>
                <a:chExt cx="1851000" cy="370200"/>
              </a:xfrm>
            </p:grpSpPr>
            <p:sp>
              <p:nvSpPr>
                <p:cNvPr id="465" name="Google Shape;465;p5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6" name="Google Shape;466;p5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7" name="Google Shape;467;p5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8" name="Google Shape;468;p5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9" name="Google Shape;469;p5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0" name="Google Shape;470;p51"/>
              <p:cNvGrpSpPr/>
              <p:nvPr/>
            </p:nvGrpSpPr>
            <p:grpSpPr>
              <a:xfrm>
                <a:off x="461225" y="3619500"/>
                <a:ext cx="1851000" cy="370200"/>
                <a:chOff x="461225" y="3249175"/>
                <a:chExt cx="1851000" cy="370200"/>
              </a:xfrm>
            </p:grpSpPr>
            <p:sp>
              <p:nvSpPr>
                <p:cNvPr id="471" name="Google Shape;471;p5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2" name="Google Shape;472;p5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3" name="Google Shape;473;p5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4" name="Google Shape;474;p5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5" name="Google Shape;475;p5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6" name="Google Shape;476;p51"/>
              <p:cNvGrpSpPr/>
              <p:nvPr/>
            </p:nvGrpSpPr>
            <p:grpSpPr>
              <a:xfrm>
                <a:off x="461225" y="3989700"/>
                <a:ext cx="1851000" cy="370200"/>
                <a:chOff x="461225" y="3249175"/>
                <a:chExt cx="1851000" cy="370200"/>
              </a:xfrm>
            </p:grpSpPr>
            <p:sp>
              <p:nvSpPr>
                <p:cNvPr id="477" name="Google Shape;477;p5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8" name="Google Shape;478;p5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9" name="Google Shape;479;p5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0" name="Google Shape;480;p5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1" name="Google Shape;481;p5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82" name="Google Shape;482;p51"/>
              <p:cNvGrpSpPr/>
              <p:nvPr/>
            </p:nvGrpSpPr>
            <p:grpSpPr>
              <a:xfrm>
                <a:off x="461225" y="4360025"/>
                <a:ext cx="1851000" cy="370200"/>
                <a:chOff x="461225" y="3249175"/>
                <a:chExt cx="1851000" cy="370200"/>
              </a:xfrm>
            </p:grpSpPr>
            <p:sp>
              <p:nvSpPr>
                <p:cNvPr id="483" name="Google Shape;483;p5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4" name="Google Shape;484;p5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5" name="Google Shape;485;p5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6" name="Google Shape;486;p5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7" name="Google Shape;487;p5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88" name="Google Shape;488;p51"/>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89" name="Google Shape;489;p51"/>
          <p:cNvGrpSpPr/>
          <p:nvPr/>
        </p:nvGrpSpPr>
        <p:grpSpPr>
          <a:xfrm>
            <a:off x="7663200" y="-725"/>
            <a:ext cx="1480800" cy="1396025"/>
            <a:chOff x="461225" y="3334200"/>
            <a:chExt cx="1480800" cy="1396025"/>
          </a:xfrm>
        </p:grpSpPr>
        <p:grpSp>
          <p:nvGrpSpPr>
            <p:cNvPr id="490" name="Google Shape;490;p51"/>
            <p:cNvGrpSpPr/>
            <p:nvPr/>
          </p:nvGrpSpPr>
          <p:grpSpPr>
            <a:xfrm>
              <a:off x="461225" y="3334200"/>
              <a:ext cx="1480800" cy="285300"/>
              <a:chOff x="461225" y="3334200"/>
              <a:chExt cx="1480800" cy="285300"/>
            </a:xfrm>
          </p:grpSpPr>
          <p:sp>
            <p:nvSpPr>
              <p:cNvPr id="491" name="Google Shape;491;p51"/>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2" name="Google Shape;492;p51"/>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3" name="Google Shape;493;p51"/>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4" name="Google Shape;494;p51"/>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95" name="Google Shape;495;p51"/>
            <p:cNvGrpSpPr/>
            <p:nvPr/>
          </p:nvGrpSpPr>
          <p:grpSpPr>
            <a:xfrm>
              <a:off x="461225" y="3619500"/>
              <a:ext cx="1480800" cy="370200"/>
              <a:chOff x="461225" y="3249175"/>
              <a:chExt cx="1480800" cy="370200"/>
            </a:xfrm>
          </p:grpSpPr>
          <p:sp>
            <p:nvSpPr>
              <p:cNvPr id="496" name="Google Shape;496;p5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7" name="Google Shape;497;p5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8" name="Google Shape;498;p5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9" name="Google Shape;499;p5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0" name="Google Shape;500;p51"/>
            <p:cNvGrpSpPr/>
            <p:nvPr/>
          </p:nvGrpSpPr>
          <p:grpSpPr>
            <a:xfrm>
              <a:off x="461225" y="3989700"/>
              <a:ext cx="1480800" cy="370200"/>
              <a:chOff x="461225" y="3249175"/>
              <a:chExt cx="1480800" cy="370200"/>
            </a:xfrm>
          </p:grpSpPr>
          <p:sp>
            <p:nvSpPr>
              <p:cNvPr id="501" name="Google Shape;501;p5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5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3" name="Google Shape;503;p5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4" name="Google Shape;504;p5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5" name="Google Shape;505;p51"/>
            <p:cNvGrpSpPr/>
            <p:nvPr/>
          </p:nvGrpSpPr>
          <p:grpSpPr>
            <a:xfrm>
              <a:off x="461225" y="4360025"/>
              <a:ext cx="1480800" cy="370200"/>
              <a:chOff x="461225" y="3249175"/>
              <a:chExt cx="1480800" cy="370200"/>
            </a:xfrm>
          </p:grpSpPr>
          <p:sp>
            <p:nvSpPr>
              <p:cNvPr id="506" name="Google Shape;506;p5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5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5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9" name="Google Shape;509;p5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510" name="Google Shape;510;p51"/>
          <p:cNvGrpSpPr/>
          <p:nvPr/>
        </p:nvGrpSpPr>
        <p:grpSpPr>
          <a:xfrm>
            <a:off x="1843925" y="-725"/>
            <a:ext cx="7300075" cy="5144088"/>
            <a:chOff x="1870575" y="-635"/>
            <a:chExt cx="7300075" cy="5174097"/>
          </a:xfrm>
        </p:grpSpPr>
        <p:sp>
          <p:nvSpPr>
            <p:cNvPr id="511" name="Google Shape;511;p51"/>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512" name="Google Shape;512;p51"/>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513" name="Google Shape;513;p51"/>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514" name="Google Shape;514;p5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15" name="Google Shape;515;p51"/>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516" name="Google Shape;516;p51"/>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17" name="Google Shape;517;p51"/>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518" name="Shape 518"/>
        <p:cNvGrpSpPr/>
        <p:nvPr/>
      </p:nvGrpSpPr>
      <p:grpSpPr>
        <a:xfrm>
          <a:off x="0" y="0"/>
          <a:ext cx="0" cy="0"/>
          <a:chOff x="0" y="0"/>
          <a:chExt cx="0" cy="0"/>
        </a:xfrm>
      </p:grpSpPr>
      <p:sp>
        <p:nvSpPr>
          <p:cNvPr id="519" name="Google Shape;519;p52"/>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0" name="Google Shape;520;p52"/>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1" name="Google Shape;521;p52"/>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2" name="Google Shape;522;p52"/>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3" name="Google Shape;523;p52"/>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524" name="Google Shape;524;p52"/>
          <p:cNvSpPr/>
          <p:nvPr>
            <p:ph idx="2" type="pic"/>
          </p:nvPr>
        </p:nvSpPr>
        <p:spPr>
          <a:xfrm>
            <a:off x="225300" y="3132125"/>
            <a:ext cx="1849800" cy="1770300"/>
          </a:xfrm>
          <a:prstGeom prst="rect">
            <a:avLst/>
          </a:prstGeom>
          <a:noFill/>
          <a:ln>
            <a:noFill/>
          </a:ln>
        </p:spPr>
      </p:sp>
      <p:sp>
        <p:nvSpPr>
          <p:cNvPr id="525" name="Google Shape;525;p52"/>
          <p:cNvSpPr/>
          <p:nvPr>
            <p:ph idx="3" type="pic"/>
          </p:nvPr>
        </p:nvSpPr>
        <p:spPr>
          <a:xfrm>
            <a:off x="5262525" y="228600"/>
            <a:ext cx="1865100" cy="1790100"/>
          </a:xfrm>
          <a:prstGeom prst="rect">
            <a:avLst/>
          </a:prstGeom>
          <a:noFill/>
          <a:ln>
            <a:noFill/>
          </a:ln>
        </p:spPr>
      </p:sp>
      <p:sp>
        <p:nvSpPr>
          <p:cNvPr id="526" name="Google Shape;526;p52"/>
          <p:cNvSpPr/>
          <p:nvPr>
            <p:ph idx="4" type="pic"/>
          </p:nvPr>
        </p:nvSpPr>
        <p:spPr>
          <a:xfrm>
            <a:off x="7281675" y="228600"/>
            <a:ext cx="1849800" cy="1790100"/>
          </a:xfrm>
          <a:prstGeom prst="rect">
            <a:avLst/>
          </a:prstGeom>
          <a:noFill/>
          <a:ln>
            <a:noFill/>
          </a:ln>
        </p:spPr>
      </p:sp>
      <p:sp>
        <p:nvSpPr>
          <p:cNvPr id="527" name="Google Shape;527;p52"/>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528" name="Google Shape;528;p52"/>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529" name="Google Shape;529;p52"/>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530" name="Google Shape;530;p52"/>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531" name="Google Shape;531;p52"/>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532" name="Google Shape;532;p52"/>
          <p:cNvGrpSpPr/>
          <p:nvPr/>
        </p:nvGrpSpPr>
        <p:grpSpPr>
          <a:xfrm>
            <a:off x="4308382" y="2704009"/>
            <a:ext cx="4833127" cy="2437045"/>
            <a:chOff x="4308382" y="2704009"/>
            <a:chExt cx="4833127" cy="2437045"/>
          </a:xfrm>
        </p:grpSpPr>
        <p:sp>
          <p:nvSpPr>
            <p:cNvPr id="533" name="Google Shape;533;p52"/>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34" name="Google Shape;534;p52"/>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35" name="Google Shape;535;p52"/>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536" name="Shape 536"/>
        <p:cNvGrpSpPr/>
        <p:nvPr/>
      </p:nvGrpSpPr>
      <p:grpSpPr>
        <a:xfrm>
          <a:off x="0" y="0"/>
          <a:ext cx="0" cy="0"/>
          <a:chOff x="0" y="0"/>
          <a:chExt cx="0" cy="0"/>
        </a:xfrm>
      </p:grpSpPr>
      <p:sp>
        <p:nvSpPr>
          <p:cNvPr id="537" name="Google Shape;537;p53"/>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53"/>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53"/>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40" name="Google Shape;540;p5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41" name="Google Shape;541;p53"/>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542" name="Google Shape;542;p53"/>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543" name="Google Shape;543;p5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544" name="Shape 544"/>
        <p:cNvGrpSpPr/>
        <p:nvPr/>
      </p:nvGrpSpPr>
      <p:grpSpPr>
        <a:xfrm>
          <a:off x="0" y="0"/>
          <a:ext cx="0" cy="0"/>
          <a:chOff x="0" y="0"/>
          <a:chExt cx="0" cy="0"/>
        </a:xfrm>
      </p:grpSpPr>
      <p:sp>
        <p:nvSpPr>
          <p:cNvPr id="545" name="Google Shape;545;p54"/>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546" name="Google Shape;546;p54"/>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547" name="Google Shape;547;p54"/>
          <p:cNvGrpSpPr/>
          <p:nvPr/>
        </p:nvGrpSpPr>
        <p:grpSpPr>
          <a:xfrm>
            <a:off x="25" y="4625"/>
            <a:ext cx="2329791" cy="795413"/>
            <a:chOff x="21" y="-511"/>
            <a:chExt cx="2329791" cy="800617"/>
          </a:xfrm>
        </p:grpSpPr>
        <p:grpSp>
          <p:nvGrpSpPr>
            <p:cNvPr id="548" name="Google Shape;548;p54"/>
            <p:cNvGrpSpPr/>
            <p:nvPr/>
          </p:nvGrpSpPr>
          <p:grpSpPr>
            <a:xfrm flipH="1" rot="10800000">
              <a:off x="25" y="392516"/>
              <a:ext cx="1927788" cy="407590"/>
              <a:chOff x="537425" y="3249175"/>
              <a:chExt cx="1774800" cy="370200"/>
            </a:xfrm>
          </p:grpSpPr>
          <p:sp>
            <p:nvSpPr>
              <p:cNvPr id="549" name="Google Shape;549;p54"/>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5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1" name="Google Shape;551;p5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2" name="Google Shape;552;p5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3" name="Google Shape;553;p5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54" name="Google Shape;554;p54"/>
            <p:cNvGrpSpPr/>
            <p:nvPr/>
          </p:nvGrpSpPr>
          <p:grpSpPr>
            <a:xfrm flipH="1" rot="10800000">
              <a:off x="21" y="-511"/>
              <a:ext cx="1927788" cy="393115"/>
              <a:chOff x="537425" y="3249175"/>
              <a:chExt cx="1774800" cy="370200"/>
            </a:xfrm>
          </p:grpSpPr>
          <p:sp>
            <p:nvSpPr>
              <p:cNvPr id="555" name="Google Shape;555;p54"/>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6" name="Google Shape;556;p5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7" name="Google Shape;557;p5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8" name="Google Shape;558;p5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9" name="Google Shape;559;p5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60" name="Google Shape;560;p54"/>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61" name="Google Shape;561;p54"/>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562" name="Google Shape;562;p54"/>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3" name="Google Shape;563;p54"/>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4" name="Google Shape;564;p5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65" name="Google Shape;565;p54"/>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6" name="Google Shape;566;p5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567" name="Shape 567"/>
        <p:cNvGrpSpPr/>
        <p:nvPr/>
      </p:nvGrpSpPr>
      <p:grpSpPr>
        <a:xfrm>
          <a:off x="0" y="0"/>
          <a:ext cx="0" cy="0"/>
          <a:chOff x="0" y="0"/>
          <a:chExt cx="0" cy="0"/>
        </a:xfrm>
      </p:grpSpPr>
      <p:sp>
        <p:nvSpPr>
          <p:cNvPr id="568" name="Google Shape;568;p55"/>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9" name="Google Shape;569;p55"/>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0" name="Google Shape;570;p55"/>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571" name="Google Shape;571;p55"/>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572" name="Google Shape;572;p55"/>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573" name="Shape 573"/>
        <p:cNvGrpSpPr/>
        <p:nvPr/>
      </p:nvGrpSpPr>
      <p:grpSpPr>
        <a:xfrm>
          <a:off x="0" y="0"/>
          <a:ext cx="0" cy="0"/>
          <a:chOff x="0" y="0"/>
          <a:chExt cx="0" cy="0"/>
        </a:xfrm>
      </p:grpSpPr>
      <p:grpSp>
        <p:nvGrpSpPr>
          <p:cNvPr id="574" name="Google Shape;574;p56"/>
          <p:cNvGrpSpPr/>
          <p:nvPr/>
        </p:nvGrpSpPr>
        <p:grpSpPr>
          <a:xfrm flipH="1">
            <a:off x="3212200" y="0"/>
            <a:ext cx="1851000" cy="1225325"/>
            <a:chOff x="461225" y="3875100"/>
            <a:chExt cx="1851000" cy="1225325"/>
          </a:xfrm>
        </p:grpSpPr>
        <p:grpSp>
          <p:nvGrpSpPr>
            <p:cNvPr id="575" name="Google Shape;575;p56"/>
            <p:cNvGrpSpPr/>
            <p:nvPr/>
          </p:nvGrpSpPr>
          <p:grpSpPr>
            <a:xfrm>
              <a:off x="461225" y="3875100"/>
              <a:ext cx="1851000" cy="114600"/>
              <a:chOff x="461225" y="3504775"/>
              <a:chExt cx="1851000" cy="114600"/>
            </a:xfrm>
          </p:grpSpPr>
          <p:sp>
            <p:nvSpPr>
              <p:cNvPr id="576" name="Google Shape;576;p56"/>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7" name="Google Shape;577;p56"/>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8" name="Google Shape;578;p56"/>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9" name="Google Shape;579;p56"/>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0" name="Google Shape;580;p56"/>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1" name="Google Shape;581;p56"/>
            <p:cNvGrpSpPr/>
            <p:nvPr/>
          </p:nvGrpSpPr>
          <p:grpSpPr>
            <a:xfrm>
              <a:off x="461225" y="3989700"/>
              <a:ext cx="1480800" cy="1110725"/>
              <a:chOff x="461225" y="3249175"/>
              <a:chExt cx="1480800" cy="1110725"/>
            </a:xfrm>
          </p:grpSpPr>
          <p:sp>
            <p:nvSpPr>
              <p:cNvPr id="582" name="Google Shape;582;p5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3" name="Google Shape;583;p5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4" name="Google Shape;584;p5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5" name="Google Shape;585;p56"/>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6" name="Google Shape;586;p56"/>
            <p:cNvGrpSpPr/>
            <p:nvPr/>
          </p:nvGrpSpPr>
          <p:grpSpPr>
            <a:xfrm>
              <a:off x="831425" y="4360025"/>
              <a:ext cx="1480800" cy="370200"/>
              <a:chOff x="831425" y="3249175"/>
              <a:chExt cx="1480800" cy="370200"/>
            </a:xfrm>
          </p:grpSpPr>
          <p:sp>
            <p:nvSpPr>
              <p:cNvPr id="587" name="Google Shape;587;p5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8" name="Google Shape;588;p5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9" name="Google Shape;589;p5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0" name="Google Shape;590;p5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91" name="Google Shape;591;p5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2" name="Google Shape;592;p56"/>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3" name="Google Shape;593;p5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594" name="Shape 594"/>
        <p:cNvGrpSpPr/>
        <p:nvPr/>
      </p:nvGrpSpPr>
      <p:grpSpPr>
        <a:xfrm>
          <a:off x="0" y="0"/>
          <a:ext cx="0" cy="0"/>
          <a:chOff x="0" y="0"/>
          <a:chExt cx="0" cy="0"/>
        </a:xfrm>
      </p:grpSpPr>
      <p:sp>
        <p:nvSpPr>
          <p:cNvPr id="595" name="Google Shape;595;p5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6" name="Google Shape;596;p57"/>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597" name="Google Shape;597;p57"/>
          <p:cNvGrpSpPr/>
          <p:nvPr/>
        </p:nvGrpSpPr>
        <p:grpSpPr>
          <a:xfrm flipH="1" rot="10800000">
            <a:off x="6179902" y="24"/>
            <a:ext cx="2963226" cy="1495659"/>
            <a:chOff x="4306084" y="2701610"/>
            <a:chExt cx="4837921" cy="2441893"/>
          </a:xfrm>
        </p:grpSpPr>
        <p:sp>
          <p:nvSpPr>
            <p:cNvPr id="598" name="Google Shape;598;p57"/>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99" name="Google Shape;599;p57"/>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00" name="Google Shape;600;p57"/>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601" name="Google Shape;601;p57"/>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2" name="Google Shape;602;p57"/>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3" name="Google Shape;603;p57"/>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4" name="Google Shape;604;p57"/>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5" name="Google Shape;605;p57"/>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6" name="Google Shape;606;p57"/>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607" name="Google Shape;607;p57"/>
          <p:cNvGrpSpPr/>
          <p:nvPr/>
        </p:nvGrpSpPr>
        <p:grpSpPr>
          <a:xfrm>
            <a:off x="2674998" y="2923250"/>
            <a:ext cx="6470027" cy="2221724"/>
            <a:chOff x="2674998" y="2923250"/>
            <a:chExt cx="6470027" cy="2221724"/>
          </a:xfrm>
        </p:grpSpPr>
        <p:sp>
          <p:nvSpPr>
            <p:cNvPr id="608" name="Google Shape;608;p57"/>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609" name="Google Shape;609;p57"/>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610" name="Google Shape;610;p57"/>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611" name="Shape 611"/>
        <p:cNvGrpSpPr/>
        <p:nvPr/>
      </p:nvGrpSpPr>
      <p:grpSpPr>
        <a:xfrm>
          <a:off x="0" y="0"/>
          <a:ext cx="0" cy="0"/>
          <a:chOff x="0" y="0"/>
          <a:chExt cx="0" cy="0"/>
        </a:xfrm>
      </p:grpSpPr>
      <p:sp>
        <p:nvSpPr>
          <p:cNvPr id="612" name="Google Shape;612;p58"/>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13" name="Google Shape;613;p58"/>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614" name="Google Shape;614;p58"/>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615" name="Google Shape;615;p58"/>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616" name="Google Shape;616;p58"/>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617" name="Google Shape;617;p58"/>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618" name="Google Shape;618;p58"/>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619" name="Google Shape;619;p58"/>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620" name="Google Shape;620;p58"/>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621" name="Google Shape;621;p58"/>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622" name="Google Shape;622;p58"/>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23" name="Google Shape;623;p58"/>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24" name="Google Shape;624;p58"/>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625" name="Google Shape;625;p58"/>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626" name="Google Shape;626;p58"/>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627" name="Google Shape;627;p58"/>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628" name="Shape 628"/>
        <p:cNvGrpSpPr/>
        <p:nvPr/>
      </p:nvGrpSpPr>
      <p:grpSpPr>
        <a:xfrm>
          <a:off x="0" y="0"/>
          <a:ext cx="0" cy="0"/>
          <a:chOff x="0" y="0"/>
          <a:chExt cx="0" cy="0"/>
        </a:xfrm>
      </p:grpSpPr>
      <p:sp>
        <p:nvSpPr>
          <p:cNvPr id="629" name="Google Shape;629;p59"/>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30" name="Google Shape;630;p59"/>
          <p:cNvGrpSpPr/>
          <p:nvPr/>
        </p:nvGrpSpPr>
        <p:grpSpPr>
          <a:xfrm rot="-5400000">
            <a:off x="4030013" y="41713"/>
            <a:ext cx="1026300" cy="9201675"/>
            <a:chOff x="670045" y="-5692564"/>
            <a:chExt cx="1026300" cy="9201675"/>
          </a:xfrm>
        </p:grpSpPr>
        <p:sp>
          <p:nvSpPr>
            <p:cNvPr id="631" name="Google Shape;631;p59"/>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632" name="Google Shape;632;p59"/>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633" name="Google Shape;633;p59"/>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634" name="Google Shape;634;p59"/>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35" name="Google Shape;635;p59"/>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36" name="Google Shape;636;p59"/>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37" name="Google Shape;637;p59"/>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638" name="Google Shape;638;p59"/>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639" name="Google Shape;639;p59"/>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640" name="Shape 640"/>
        <p:cNvGrpSpPr/>
        <p:nvPr/>
      </p:nvGrpSpPr>
      <p:grpSpPr>
        <a:xfrm>
          <a:off x="0" y="0"/>
          <a:ext cx="0" cy="0"/>
          <a:chOff x="0" y="0"/>
          <a:chExt cx="0" cy="0"/>
        </a:xfrm>
      </p:grpSpPr>
      <p:sp>
        <p:nvSpPr>
          <p:cNvPr id="641" name="Google Shape;641;p60"/>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2" name="Google Shape;642;p60"/>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43" name="Google Shape;643;p60"/>
          <p:cNvGrpSpPr/>
          <p:nvPr/>
        </p:nvGrpSpPr>
        <p:grpSpPr>
          <a:xfrm rot="10800000">
            <a:off x="9" y="0"/>
            <a:ext cx="1889320" cy="1499480"/>
            <a:chOff x="461225" y="3249175"/>
            <a:chExt cx="1399496" cy="1110726"/>
          </a:xfrm>
        </p:grpSpPr>
        <p:grpSp>
          <p:nvGrpSpPr>
            <p:cNvPr id="644" name="Google Shape;644;p60"/>
            <p:cNvGrpSpPr/>
            <p:nvPr/>
          </p:nvGrpSpPr>
          <p:grpSpPr>
            <a:xfrm>
              <a:off x="461225" y="3249175"/>
              <a:ext cx="1399496" cy="370204"/>
              <a:chOff x="461225" y="3249175"/>
              <a:chExt cx="1399496" cy="370204"/>
            </a:xfrm>
          </p:grpSpPr>
          <p:sp>
            <p:nvSpPr>
              <p:cNvPr id="645" name="Google Shape;645;p6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6" name="Google Shape;646;p6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7" name="Google Shape;647;p6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8" name="Google Shape;648;p60"/>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49" name="Google Shape;649;p60"/>
            <p:cNvGrpSpPr/>
            <p:nvPr/>
          </p:nvGrpSpPr>
          <p:grpSpPr>
            <a:xfrm>
              <a:off x="461225" y="3619500"/>
              <a:ext cx="1399496" cy="370202"/>
              <a:chOff x="461225" y="3249175"/>
              <a:chExt cx="1399496" cy="370202"/>
            </a:xfrm>
          </p:grpSpPr>
          <p:sp>
            <p:nvSpPr>
              <p:cNvPr id="650" name="Google Shape;650;p6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1" name="Google Shape;651;p6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2" name="Google Shape;652;p6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3" name="Google Shape;653;p60"/>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54" name="Google Shape;654;p60"/>
            <p:cNvGrpSpPr/>
            <p:nvPr/>
          </p:nvGrpSpPr>
          <p:grpSpPr>
            <a:xfrm>
              <a:off x="461225" y="3989700"/>
              <a:ext cx="1399496" cy="370201"/>
              <a:chOff x="461225" y="3249175"/>
              <a:chExt cx="1399496" cy="370201"/>
            </a:xfrm>
          </p:grpSpPr>
          <p:sp>
            <p:nvSpPr>
              <p:cNvPr id="655" name="Google Shape;655;p6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6" name="Google Shape;656;p6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7" name="Google Shape;657;p6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8" name="Google Shape;658;p60"/>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59" name="Google Shape;659;p60"/>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660" name="Google Shape;660;p60"/>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661" name="Google Shape;661;p60"/>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662" name="Google Shape;662;p60"/>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663" name="Google Shape;663;p6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64" name="Google Shape;664;p6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665" name="Shape 665"/>
        <p:cNvGrpSpPr/>
        <p:nvPr/>
      </p:nvGrpSpPr>
      <p:grpSpPr>
        <a:xfrm>
          <a:off x="0" y="0"/>
          <a:ext cx="0" cy="0"/>
          <a:chOff x="0" y="0"/>
          <a:chExt cx="0" cy="0"/>
        </a:xfrm>
      </p:grpSpPr>
      <p:sp>
        <p:nvSpPr>
          <p:cNvPr id="666" name="Google Shape;666;p61"/>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67" name="Google Shape;667;p6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68" name="Google Shape;668;p61"/>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69" name="Google Shape;669;p6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670" name="Shape 670"/>
        <p:cNvGrpSpPr/>
        <p:nvPr/>
      </p:nvGrpSpPr>
      <p:grpSpPr>
        <a:xfrm>
          <a:off x="0" y="0"/>
          <a:ext cx="0" cy="0"/>
          <a:chOff x="0" y="0"/>
          <a:chExt cx="0" cy="0"/>
        </a:xfrm>
      </p:grpSpPr>
      <p:sp>
        <p:nvSpPr>
          <p:cNvPr id="671" name="Google Shape;671;p62"/>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2" name="Google Shape;672;p62"/>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673" name="Google Shape;673;p62"/>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674" name="Google Shape;674;p62"/>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675" name="Google Shape;675;p62"/>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676" name="Google Shape;676;p62"/>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677" name="Google Shape;677;p62"/>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678" name="Google Shape;678;p62"/>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79" name="Google Shape;679;p62"/>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0" name="Google Shape;680;p62"/>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1" name="Google Shape;681;p62"/>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682" name="Google Shape;682;p62"/>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683" name="Google Shape;683;p62"/>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684" name="Google Shape;684;p62"/>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685" name="Google Shape;685;p62"/>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686" name="Google Shape;686;p62"/>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687" name="Google Shape;687;p62"/>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688" name="Google Shape;688;p62"/>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689" name="Google Shape;689;p62"/>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690" name="Google Shape;690;p62"/>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691" name="Google Shape;691;p62"/>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692" name="Shape 692"/>
        <p:cNvGrpSpPr/>
        <p:nvPr/>
      </p:nvGrpSpPr>
      <p:grpSpPr>
        <a:xfrm>
          <a:off x="0" y="0"/>
          <a:ext cx="0" cy="0"/>
          <a:chOff x="0" y="0"/>
          <a:chExt cx="0" cy="0"/>
        </a:xfrm>
      </p:grpSpPr>
      <p:sp>
        <p:nvSpPr>
          <p:cNvPr id="693" name="Google Shape;693;p63"/>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694" name="Google Shape;694;p63"/>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695" name="Google Shape;695;p63"/>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696" name="Google Shape;696;p63"/>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697" name="Google Shape;697;p63"/>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98" name="Google Shape;698;p63"/>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699" name="Google Shape;699;p63"/>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700" name="Google Shape;700;p63"/>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701" name="Google Shape;701;p63"/>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2" name="Google Shape;702;p63"/>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3" name="Google Shape;703;p63"/>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4" name="Google Shape;704;p63"/>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705" name="Google Shape;705;p63"/>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706" name="Google Shape;706;p63"/>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707" name="Google Shape;707;p63"/>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708" name="Google Shape;708;p63"/>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709" name="Google Shape;709;p63"/>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710" name="Google Shape;710;p63"/>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711" name="Google Shape;711;p63"/>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712" name="Google Shape;712;p63"/>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713" name="Google Shape;713;p63"/>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714" name="Shape 714"/>
        <p:cNvGrpSpPr/>
        <p:nvPr/>
      </p:nvGrpSpPr>
      <p:grpSpPr>
        <a:xfrm>
          <a:off x="0" y="0"/>
          <a:ext cx="0" cy="0"/>
          <a:chOff x="0" y="0"/>
          <a:chExt cx="0" cy="0"/>
        </a:xfrm>
      </p:grpSpPr>
      <p:sp>
        <p:nvSpPr>
          <p:cNvPr id="715" name="Google Shape;715;p64"/>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716" name="Google Shape;716;p64"/>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717" name="Google Shape;717;p64"/>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718" name="Google Shape;718;p64"/>
          <p:cNvGrpSpPr/>
          <p:nvPr/>
        </p:nvGrpSpPr>
        <p:grpSpPr>
          <a:xfrm flipH="1">
            <a:off x="7293000" y="0"/>
            <a:ext cx="1851000" cy="1225325"/>
            <a:chOff x="461225" y="3875100"/>
            <a:chExt cx="1851000" cy="1225325"/>
          </a:xfrm>
        </p:grpSpPr>
        <p:grpSp>
          <p:nvGrpSpPr>
            <p:cNvPr id="719" name="Google Shape;719;p64"/>
            <p:cNvGrpSpPr/>
            <p:nvPr/>
          </p:nvGrpSpPr>
          <p:grpSpPr>
            <a:xfrm>
              <a:off x="461225" y="3875100"/>
              <a:ext cx="1851000" cy="114600"/>
              <a:chOff x="461225" y="3504775"/>
              <a:chExt cx="1851000" cy="114600"/>
            </a:xfrm>
          </p:grpSpPr>
          <p:sp>
            <p:nvSpPr>
              <p:cNvPr id="720" name="Google Shape;720;p64"/>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1" name="Google Shape;721;p64"/>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2" name="Google Shape;722;p64"/>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3" name="Google Shape;723;p64"/>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4" name="Google Shape;724;p64"/>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5" name="Google Shape;725;p64"/>
            <p:cNvGrpSpPr/>
            <p:nvPr/>
          </p:nvGrpSpPr>
          <p:grpSpPr>
            <a:xfrm>
              <a:off x="461225" y="3989700"/>
              <a:ext cx="1480800" cy="1110725"/>
              <a:chOff x="461225" y="3249175"/>
              <a:chExt cx="1480800" cy="1110725"/>
            </a:xfrm>
          </p:grpSpPr>
          <p:sp>
            <p:nvSpPr>
              <p:cNvPr id="726" name="Google Shape;726;p6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7" name="Google Shape;727;p6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6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64"/>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0" name="Google Shape;730;p64"/>
            <p:cNvGrpSpPr/>
            <p:nvPr/>
          </p:nvGrpSpPr>
          <p:grpSpPr>
            <a:xfrm>
              <a:off x="831425" y="4360025"/>
              <a:ext cx="1480800" cy="370200"/>
              <a:chOff x="831425" y="3249175"/>
              <a:chExt cx="1480800" cy="370200"/>
            </a:xfrm>
          </p:grpSpPr>
          <p:sp>
            <p:nvSpPr>
              <p:cNvPr id="731" name="Google Shape;731;p6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6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6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6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5" name="Google Shape;735;p64"/>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736" name="Google Shape;736;p64"/>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737" name="Google Shape;737;p64"/>
          <p:cNvSpPr/>
          <p:nvPr>
            <p:ph idx="3" type="pic"/>
          </p:nvPr>
        </p:nvSpPr>
        <p:spPr>
          <a:xfrm>
            <a:off x="227225" y="1832375"/>
            <a:ext cx="821100" cy="785400"/>
          </a:xfrm>
          <a:prstGeom prst="rect">
            <a:avLst/>
          </a:prstGeom>
          <a:noFill/>
          <a:ln>
            <a:noFill/>
          </a:ln>
        </p:spPr>
      </p:sp>
      <p:sp>
        <p:nvSpPr>
          <p:cNvPr id="738" name="Google Shape;738;p64"/>
          <p:cNvSpPr/>
          <p:nvPr>
            <p:ph idx="4" type="pic"/>
          </p:nvPr>
        </p:nvSpPr>
        <p:spPr>
          <a:xfrm>
            <a:off x="227225" y="2672425"/>
            <a:ext cx="821100" cy="785400"/>
          </a:xfrm>
          <a:prstGeom prst="rect">
            <a:avLst/>
          </a:prstGeom>
          <a:noFill/>
          <a:ln>
            <a:noFill/>
          </a:ln>
        </p:spPr>
      </p:sp>
      <p:sp>
        <p:nvSpPr>
          <p:cNvPr id="739" name="Google Shape;739;p64"/>
          <p:cNvSpPr/>
          <p:nvPr>
            <p:ph idx="5" type="pic"/>
          </p:nvPr>
        </p:nvSpPr>
        <p:spPr>
          <a:xfrm>
            <a:off x="227225" y="3512475"/>
            <a:ext cx="821100" cy="785400"/>
          </a:xfrm>
          <a:prstGeom prst="rect">
            <a:avLst/>
          </a:prstGeom>
          <a:noFill/>
          <a:ln>
            <a:noFill/>
          </a:ln>
        </p:spPr>
      </p:sp>
      <p:sp>
        <p:nvSpPr>
          <p:cNvPr id="740" name="Google Shape;740;p64"/>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741" name="Google Shape;741;p64"/>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742" name="Google Shape;742;p64"/>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743" name="Google Shape;743;p64"/>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744" name="Google Shape;744;p64"/>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745" name="Google Shape;745;p64"/>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746" name="Google Shape;746;p64"/>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47" name="Google Shape;747;p64"/>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748" name="Google Shape;748;p64"/>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749" name="Shape 749"/>
        <p:cNvGrpSpPr/>
        <p:nvPr/>
      </p:nvGrpSpPr>
      <p:grpSpPr>
        <a:xfrm>
          <a:off x="0" y="0"/>
          <a:ext cx="0" cy="0"/>
          <a:chOff x="0" y="0"/>
          <a:chExt cx="0" cy="0"/>
        </a:xfrm>
      </p:grpSpPr>
      <p:sp>
        <p:nvSpPr>
          <p:cNvPr id="750" name="Google Shape;750;p65"/>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751" name="Google Shape;751;p65"/>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752" name="Google Shape;752;p65"/>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753" name="Google Shape;753;p65"/>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754" name="Google Shape;754;p65"/>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755" name="Google Shape;755;p65"/>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756" name="Google Shape;756;p65"/>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57" name="Google Shape;757;p65"/>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758" name="Google Shape;758;p65"/>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759" name="Google Shape;759;p65"/>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760" name="Google Shape;760;p65"/>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761" name="Google Shape;761;p65"/>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762" name="Google Shape;762;p65"/>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63" name="Google Shape;763;p65"/>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64" name="Google Shape;764;p65"/>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65" name="Google Shape;765;p65"/>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66" name="Google Shape;766;p65"/>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67" name="Google Shape;767;p65"/>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768" name="Shape 768"/>
        <p:cNvGrpSpPr/>
        <p:nvPr/>
      </p:nvGrpSpPr>
      <p:grpSpPr>
        <a:xfrm>
          <a:off x="0" y="0"/>
          <a:ext cx="0" cy="0"/>
          <a:chOff x="0" y="0"/>
          <a:chExt cx="0" cy="0"/>
        </a:xfrm>
      </p:grpSpPr>
      <p:sp>
        <p:nvSpPr>
          <p:cNvPr id="769" name="Google Shape;769;p66"/>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770" name="Google Shape;770;p66"/>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771" name="Google Shape;771;p66"/>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72" name="Google Shape;772;p66"/>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73" name="Google Shape;773;p66"/>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774" name="Google Shape;774;p66"/>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775" name="Google Shape;775;p66"/>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776" name="Google Shape;776;p66"/>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777" name="Google Shape;777;p66"/>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778" name="Google Shape;778;p66"/>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779" name="Google Shape;779;p66"/>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780" name="Google Shape;780;p66"/>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781" name="Google Shape;781;p66"/>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782" name="Google Shape;782;p66"/>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783" name="Google Shape;783;p66"/>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784" name="Shape 784"/>
        <p:cNvGrpSpPr/>
        <p:nvPr/>
      </p:nvGrpSpPr>
      <p:grpSpPr>
        <a:xfrm>
          <a:off x="0" y="0"/>
          <a:ext cx="0" cy="0"/>
          <a:chOff x="0" y="0"/>
          <a:chExt cx="0" cy="0"/>
        </a:xfrm>
      </p:grpSpPr>
      <p:grpSp>
        <p:nvGrpSpPr>
          <p:cNvPr id="785" name="Google Shape;785;p67"/>
          <p:cNvGrpSpPr/>
          <p:nvPr/>
        </p:nvGrpSpPr>
        <p:grpSpPr>
          <a:xfrm flipH="1">
            <a:off x="3199575" y="156175"/>
            <a:ext cx="1851000" cy="1225325"/>
            <a:chOff x="461225" y="3875100"/>
            <a:chExt cx="1851000" cy="1225325"/>
          </a:xfrm>
        </p:grpSpPr>
        <p:grpSp>
          <p:nvGrpSpPr>
            <p:cNvPr id="786" name="Google Shape;786;p67"/>
            <p:cNvGrpSpPr/>
            <p:nvPr/>
          </p:nvGrpSpPr>
          <p:grpSpPr>
            <a:xfrm>
              <a:off x="461225" y="3875100"/>
              <a:ext cx="1851000" cy="114600"/>
              <a:chOff x="461225" y="3504775"/>
              <a:chExt cx="1851000" cy="114600"/>
            </a:xfrm>
          </p:grpSpPr>
          <p:sp>
            <p:nvSpPr>
              <p:cNvPr id="787" name="Google Shape;787;p67"/>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8" name="Google Shape;788;p67"/>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9" name="Google Shape;789;p67"/>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0" name="Google Shape;790;p67"/>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1" name="Google Shape;791;p67"/>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92" name="Google Shape;792;p67"/>
            <p:cNvGrpSpPr/>
            <p:nvPr/>
          </p:nvGrpSpPr>
          <p:grpSpPr>
            <a:xfrm>
              <a:off x="461225" y="3989700"/>
              <a:ext cx="1480800" cy="1110725"/>
              <a:chOff x="461225" y="3249175"/>
              <a:chExt cx="1480800" cy="1110725"/>
            </a:xfrm>
          </p:grpSpPr>
          <p:sp>
            <p:nvSpPr>
              <p:cNvPr id="793" name="Google Shape;793;p6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4" name="Google Shape;794;p6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5" name="Google Shape;795;p6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6" name="Google Shape;796;p67"/>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97" name="Google Shape;797;p67"/>
            <p:cNvGrpSpPr/>
            <p:nvPr/>
          </p:nvGrpSpPr>
          <p:grpSpPr>
            <a:xfrm>
              <a:off x="831425" y="4360025"/>
              <a:ext cx="1480800" cy="370200"/>
              <a:chOff x="831425" y="3249175"/>
              <a:chExt cx="1480800" cy="370200"/>
            </a:xfrm>
          </p:grpSpPr>
          <p:sp>
            <p:nvSpPr>
              <p:cNvPr id="798" name="Google Shape;798;p6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9" name="Google Shape;799;p6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0" name="Google Shape;800;p6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1" name="Google Shape;801;p6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02" name="Google Shape;802;p6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803" name="Google Shape;803;p67"/>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804" name="Google Shape;804;p67"/>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805" name="Google Shape;805;p67"/>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806" name="Google Shape;806;p67"/>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807" name="Google Shape;807;p67"/>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808" name="Google Shape;808;p6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809" name="Shape 809"/>
        <p:cNvGrpSpPr/>
        <p:nvPr/>
      </p:nvGrpSpPr>
      <p:grpSpPr>
        <a:xfrm>
          <a:off x="0" y="0"/>
          <a:ext cx="0" cy="0"/>
          <a:chOff x="0" y="0"/>
          <a:chExt cx="0" cy="0"/>
        </a:xfrm>
      </p:grpSpPr>
      <p:grpSp>
        <p:nvGrpSpPr>
          <p:cNvPr id="810" name="Google Shape;810;p68"/>
          <p:cNvGrpSpPr/>
          <p:nvPr/>
        </p:nvGrpSpPr>
        <p:grpSpPr>
          <a:xfrm flipH="1">
            <a:off x="3199575" y="156175"/>
            <a:ext cx="1851000" cy="1225325"/>
            <a:chOff x="461225" y="3875100"/>
            <a:chExt cx="1851000" cy="1225325"/>
          </a:xfrm>
        </p:grpSpPr>
        <p:grpSp>
          <p:nvGrpSpPr>
            <p:cNvPr id="811" name="Google Shape;811;p68"/>
            <p:cNvGrpSpPr/>
            <p:nvPr/>
          </p:nvGrpSpPr>
          <p:grpSpPr>
            <a:xfrm>
              <a:off x="461225" y="3875100"/>
              <a:ext cx="1851000" cy="114600"/>
              <a:chOff x="461225" y="3504775"/>
              <a:chExt cx="1851000" cy="114600"/>
            </a:xfrm>
          </p:grpSpPr>
          <p:sp>
            <p:nvSpPr>
              <p:cNvPr id="812" name="Google Shape;812;p68"/>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3" name="Google Shape;813;p68"/>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4" name="Google Shape;814;p68"/>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5" name="Google Shape;815;p68"/>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6" name="Google Shape;816;p68"/>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7" name="Google Shape;817;p68"/>
            <p:cNvGrpSpPr/>
            <p:nvPr/>
          </p:nvGrpSpPr>
          <p:grpSpPr>
            <a:xfrm>
              <a:off x="461225" y="3989700"/>
              <a:ext cx="1480800" cy="1110725"/>
              <a:chOff x="461225" y="3249175"/>
              <a:chExt cx="1480800" cy="1110725"/>
            </a:xfrm>
          </p:grpSpPr>
          <p:sp>
            <p:nvSpPr>
              <p:cNvPr id="818" name="Google Shape;818;p68"/>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9" name="Google Shape;819;p6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0" name="Google Shape;820;p6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1" name="Google Shape;821;p68"/>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22" name="Google Shape;822;p68"/>
            <p:cNvGrpSpPr/>
            <p:nvPr/>
          </p:nvGrpSpPr>
          <p:grpSpPr>
            <a:xfrm>
              <a:off x="831425" y="4360025"/>
              <a:ext cx="1480800" cy="370200"/>
              <a:chOff x="831425" y="3249175"/>
              <a:chExt cx="1480800" cy="370200"/>
            </a:xfrm>
          </p:grpSpPr>
          <p:sp>
            <p:nvSpPr>
              <p:cNvPr id="823" name="Google Shape;823;p6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4" name="Google Shape;824;p6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5" name="Google Shape;825;p6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6" name="Google Shape;826;p6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27" name="Google Shape;827;p68"/>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828" name="Google Shape;828;p68"/>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829" name="Google Shape;829;p68"/>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830" name="Google Shape;830;p68"/>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831" name="Google Shape;831;p68"/>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832" name="Google Shape;832;p68"/>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833" name="Google Shape;833;p68"/>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834" name="Google Shape;834;p68"/>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835" name="Google Shape;835;p68"/>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836" name="Google Shape;836;p68"/>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837" name="Google Shape;837;p68"/>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838" name="Google Shape;838;p68"/>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839" name="Google Shape;839;p68"/>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840" name="Google Shape;840;p68"/>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841" name="Google Shape;841;p68"/>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842" name="Google Shape;842;p68"/>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843" name="Google Shape;843;p68"/>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844" name="Google Shape;844;p68"/>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845" name="Google Shape;845;p68"/>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846" name="Shape 846"/>
        <p:cNvGrpSpPr/>
        <p:nvPr/>
      </p:nvGrpSpPr>
      <p:grpSpPr>
        <a:xfrm>
          <a:off x="0" y="0"/>
          <a:ext cx="0" cy="0"/>
          <a:chOff x="0" y="0"/>
          <a:chExt cx="0" cy="0"/>
        </a:xfrm>
      </p:grpSpPr>
      <p:grpSp>
        <p:nvGrpSpPr>
          <p:cNvPr id="847" name="Google Shape;847;p69"/>
          <p:cNvGrpSpPr/>
          <p:nvPr/>
        </p:nvGrpSpPr>
        <p:grpSpPr>
          <a:xfrm>
            <a:off x="115026" y="364"/>
            <a:ext cx="5125634" cy="5143564"/>
            <a:chOff x="312900" y="2788524"/>
            <a:chExt cx="2221197" cy="1994480"/>
          </a:xfrm>
        </p:grpSpPr>
        <p:grpSp>
          <p:nvGrpSpPr>
            <p:cNvPr id="848" name="Google Shape;848;p69"/>
            <p:cNvGrpSpPr/>
            <p:nvPr/>
          </p:nvGrpSpPr>
          <p:grpSpPr>
            <a:xfrm>
              <a:off x="312900" y="2788524"/>
              <a:ext cx="1851000" cy="1994480"/>
              <a:chOff x="461225" y="3244074"/>
              <a:chExt cx="1851000" cy="1994480"/>
            </a:xfrm>
          </p:grpSpPr>
          <p:grpSp>
            <p:nvGrpSpPr>
              <p:cNvPr id="849" name="Google Shape;849;p69"/>
              <p:cNvGrpSpPr/>
              <p:nvPr/>
            </p:nvGrpSpPr>
            <p:grpSpPr>
              <a:xfrm>
                <a:off x="461229" y="3244074"/>
                <a:ext cx="1850992" cy="1994480"/>
                <a:chOff x="461229" y="3244074"/>
                <a:chExt cx="1850992" cy="1994480"/>
              </a:xfrm>
            </p:grpSpPr>
            <p:sp>
              <p:nvSpPr>
                <p:cNvPr id="850" name="Google Shape;850;p69"/>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1" name="Google Shape;851;p69"/>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2" name="Google Shape;852;p69"/>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3" name="Google Shape;853;p69"/>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4" name="Google Shape;854;p69"/>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55" name="Google Shape;855;p69"/>
              <p:cNvGrpSpPr/>
              <p:nvPr/>
            </p:nvGrpSpPr>
            <p:grpSpPr>
              <a:xfrm>
                <a:off x="461225" y="3619500"/>
                <a:ext cx="1851000" cy="370200"/>
                <a:chOff x="461225" y="3249175"/>
                <a:chExt cx="1851000" cy="370200"/>
              </a:xfrm>
            </p:grpSpPr>
            <p:sp>
              <p:nvSpPr>
                <p:cNvPr id="856" name="Google Shape;856;p69"/>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7" name="Google Shape;857;p6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8" name="Google Shape;858;p69"/>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9" name="Google Shape;859;p6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0" name="Google Shape;860;p69"/>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61" name="Google Shape;861;p69"/>
              <p:cNvGrpSpPr/>
              <p:nvPr/>
            </p:nvGrpSpPr>
            <p:grpSpPr>
              <a:xfrm>
                <a:off x="461225" y="3989700"/>
                <a:ext cx="1851000" cy="1110726"/>
                <a:chOff x="461225" y="3249175"/>
                <a:chExt cx="1851000" cy="1110726"/>
              </a:xfrm>
            </p:grpSpPr>
            <p:sp>
              <p:nvSpPr>
                <p:cNvPr id="862" name="Google Shape;862;p69"/>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3" name="Google Shape;863;p6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4" name="Google Shape;864;p69"/>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5" name="Google Shape;865;p6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6" name="Google Shape;866;p69"/>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67" name="Google Shape;867;p69"/>
              <p:cNvGrpSpPr/>
              <p:nvPr/>
            </p:nvGrpSpPr>
            <p:grpSpPr>
              <a:xfrm>
                <a:off x="461225" y="4360025"/>
                <a:ext cx="1851000" cy="370200"/>
                <a:chOff x="461225" y="3249175"/>
                <a:chExt cx="1851000" cy="370200"/>
              </a:xfrm>
            </p:grpSpPr>
            <p:sp>
              <p:nvSpPr>
                <p:cNvPr id="868" name="Google Shape;868;p69"/>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9" name="Google Shape;869;p6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0" name="Google Shape;870;p6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1" name="Google Shape;871;p69"/>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72" name="Google Shape;872;p69"/>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73" name="Google Shape;873;p69"/>
          <p:cNvGrpSpPr/>
          <p:nvPr/>
        </p:nvGrpSpPr>
        <p:grpSpPr>
          <a:xfrm flipH="1" rot="5400000">
            <a:off x="7145338" y="3274875"/>
            <a:ext cx="2221200" cy="1481050"/>
            <a:chOff x="312900" y="2793625"/>
            <a:chExt cx="2221200" cy="1481050"/>
          </a:xfrm>
        </p:grpSpPr>
        <p:grpSp>
          <p:nvGrpSpPr>
            <p:cNvPr id="874" name="Google Shape;874;p69"/>
            <p:cNvGrpSpPr/>
            <p:nvPr/>
          </p:nvGrpSpPr>
          <p:grpSpPr>
            <a:xfrm>
              <a:off x="312900" y="2793625"/>
              <a:ext cx="1851000" cy="1481050"/>
              <a:chOff x="461225" y="3249175"/>
              <a:chExt cx="1851000" cy="1481050"/>
            </a:xfrm>
          </p:grpSpPr>
          <p:grpSp>
            <p:nvGrpSpPr>
              <p:cNvPr id="875" name="Google Shape;875;p69"/>
              <p:cNvGrpSpPr/>
              <p:nvPr/>
            </p:nvGrpSpPr>
            <p:grpSpPr>
              <a:xfrm>
                <a:off x="461225" y="3249175"/>
                <a:ext cx="1851000" cy="370200"/>
                <a:chOff x="461225" y="3249175"/>
                <a:chExt cx="1851000" cy="370200"/>
              </a:xfrm>
            </p:grpSpPr>
            <p:sp>
              <p:nvSpPr>
                <p:cNvPr id="876" name="Google Shape;876;p69"/>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7" name="Google Shape;877;p6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8" name="Google Shape;878;p69"/>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9" name="Google Shape;879;p6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0" name="Google Shape;880;p69"/>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81" name="Google Shape;881;p69"/>
              <p:cNvGrpSpPr/>
              <p:nvPr/>
            </p:nvGrpSpPr>
            <p:grpSpPr>
              <a:xfrm>
                <a:off x="461225" y="3619500"/>
                <a:ext cx="1851000" cy="370200"/>
                <a:chOff x="461225" y="3249175"/>
                <a:chExt cx="1851000" cy="370200"/>
              </a:xfrm>
            </p:grpSpPr>
            <p:sp>
              <p:nvSpPr>
                <p:cNvPr id="882" name="Google Shape;882;p69"/>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3" name="Google Shape;883;p6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4" name="Google Shape;884;p69"/>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5" name="Google Shape;885;p6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6" name="Google Shape;886;p69"/>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87" name="Google Shape;887;p69"/>
              <p:cNvGrpSpPr/>
              <p:nvPr/>
            </p:nvGrpSpPr>
            <p:grpSpPr>
              <a:xfrm>
                <a:off x="461225" y="3989700"/>
                <a:ext cx="1851000" cy="370200"/>
                <a:chOff x="461225" y="3249175"/>
                <a:chExt cx="1851000" cy="370200"/>
              </a:xfrm>
            </p:grpSpPr>
            <p:sp>
              <p:nvSpPr>
                <p:cNvPr id="888" name="Google Shape;888;p69"/>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9" name="Google Shape;889;p6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90" name="Google Shape;890;p69"/>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91" name="Google Shape;891;p6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92" name="Google Shape;892;p69"/>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93" name="Google Shape;893;p69"/>
              <p:cNvGrpSpPr/>
              <p:nvPr/>
            </p:nvGrpSpPr>
            <p:grpSpPr>
              <a:xfrm>
                <a:off x="461225" y="4360025"/>
                <a:ext cx="1851000" cy="370200"/>
                <a:chOff x="461225" y="3249175"/>
                <a:chExt cx="1851000" cy="370200"/>
              </a:xfrm>
            </p:grpSpPr>
            <p:sp>
              <p:nvSpPr>
                <p:cNvPr id="894" name="Google Shape;894;p69"/>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95" name="Google Shape;895;p6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96" name="Google Shape;896;p69"/>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97" name="Google Shape;897;p6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98" name="Google Shape;898;p69"/>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99" name="Google Shape;899;p69"/>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900" name="Google Shape;900;p69"/>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1" name="Google Shape;901;p69"/>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2" name="Google Shape;902;p69"/>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903" name="Google Shape;903;p69"/>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904" name="Google Shape;904;p69"/>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905" name="Google Shape;905;p69"/>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906" name="Google Shape;906;p69"/>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907" name="Google Shape;907;p69"/>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908" name="Google Shape;908;p69"/>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909" name="Google Shape;909;p69"/>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910" name="Google Shape;910;p69"/>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911" name="Google Shape;911;p69"/>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912" name="Google Shape;912;p69"/>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913" name="Google Shape;913;p69"/>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914" name="Google Shape;914;p69"/>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915" name="Google Shape;915;p69"/>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916" name="Google Shape;916;p69"/>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917" name="Shape 917"/>
        <p:cNvGrpSpPr/>
        <p:nvPr/>
      </p:nvGrpSpPr>
      <p:grpSpPr>
        <a:xfrm>
          <a:off x="0" y="0"/>
          <a:ext cx="0" cy="0"/>
          <a:chOff x="0" y="0"/>
          <a:chExt cx="0" cy="0"/>
        </a:xfrm>
      </p:grpSpPr>
      <p:sp>
        <p:nvSpPr>
          <p:cNvPr id="918" name="Google Shape;918;p70"/>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9" name="Google Shape;919;p70"/>
          <p:cNvSpPr/>
          <p:nvPr>
            <p:ph idx="2" type="pic"/>
          </p:nvPr>
        </p:nvSpPr>
        <p:spPr>
          <a:xfrm>
            <a:off x="6702600" y="-16150"/>
            <a:ext cx="2441400" cy="2574600"/>
          </a:xfrm>
          <a:prstGeom prst="rect">
            <a:avLst/>
          </a:prstGeom>
          <a:noFill/>
          <a:ln>
            <a:noFill/>
          </a:ln>
        </p:spPr>
      </p:sp>
      <p:sp>
        <p:nvSpPr>
          <p:cNvPr id="920" name="Google Shape;920;p70"/>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921" name="Google Shape;921;p70"/>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922" name="Google Shape;922;p70"/>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923" name="Google Shape;923;p70"/>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924" name="Google Shape;924;p70"/>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925" name="Google Shape;925;p70"/>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926" name="Google Shape;926;p70"/>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927" name="Google Shape;927;p70"/>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928" name="Google Shape;928;p70"/>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929" name="Google Shape;929;p70"/>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930" name="Google Shape;930;p70"/>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931" name="Google Shape;931;p70"/>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932" name="Google Shape;932;p70"/>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933" name="Google Shape;933;p70"/>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934" name="Google Shape;934;p70"/>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935" name="Google Shape;935;p70"/>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936" name="Shape 936"/>
        <p:cNvGrpSpPr/>
        <p:nvPr/>
      </p:nvGrpSpPr>
      <p:grpSpPr>
        <a:xfrm>
          <a:off x="0" y="0"/>
          <a:ext cx="0" cy="0"/>
          <a:chOff x="0" y="0"/>
          <a:chExt cx="0" cy="0"/>
        </a:xfrm>
      </p:grpSpPr>
      <p:sp>
        <p:nvSpPr>
          <p:cNvPr id="937" name="Google Shape;937;p71"/>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8" name="Google Shape;938;p71"/>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939" name="Google Shape;939;p71"/>
          <p:cNvSpPr/>
          <p:nvPr>
            <p:ph idx="2" type="pic"/>
          </p:nvPr>
        </p:nvSpPr>
        <p:spPr>
          <a:xfrm>
            <a:off x="5457500" y="0"/>
            <a:ext cx="3686400" cy="5143500"/>
          </a:xfrm>
          <a:prstGeom prst="rect">
            <a:avLst/>
          </a:prstGeom>
          <a:noFill/>
          <a:ln>
            <a:noFill/>
          </a:ln>
        </p:spPr>
      </p:sp>
      <p:sp>
        <p:nvSpPr>
          <p:cNvPr id="940" name="Google Shape;940;p71"/>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941" name="Google Shape;941;p71"/>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942" name="Google Shape;942;p7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943" name="Google Shape;943;p71"/>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944" name="Google Shape;944;p71"/>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945" name="Shape 945"/>
        <p:cNvGrpSpPr/>
        <p:nvPr/>
      </p:nvGrpSpPr>
      <p:grpSpPr>
        <a:xfrm>
          <a:off x="0" y="0"/>
          <a:ext cx="0" cy="0"/>
          <a:chOff x="0" y="0"/>
          <a:chExt cx="0" cy="0"/>
        </a:xfrm>
      </p:grpSpPr>
      <p:grpSp>
        <p:nvGrpSpPr>
          <p:cNvPr id="946" name="Google Shape;946;p72"/>
          <p:cNvGrpSpPr/>
          <p:nvPr/>
        </p:nvGrpSpPr>
        <p:grpSpPr>
          <a:xfrm>
            <a:off x="7704171" y="1036593"/>
            <a:ext cx="1439893" cy="3234395"/>
            <a:chOff x="461225" y="3249175"/>
            <a:chExt cx="1110600" cy="2221578"/>
          </a:xfrm>
        </p:grpSpPr>
        <p:grpSp>
          <p:nvGrpSpPr>
            <p:cNvPr id="947" name="Google Shape;947;p72"/>
            <p:cNvGrpSpPr/>
            <p:nvPr/>
          </p:nvGrpSpPr>
          <p:grpSpPr>
            <a:xfrm>
              <a:off x="831422" y="3249175"/>
              <a:ext cx="740403" cy="2221578"/>
              <a:chOff x="831422" y="3249175"/>
              <a:chExt cx="740403" cy="2221578"/>
            </a:xfrm>
          </p:grpSpPr>
          <p:sp>
            <p:nvSpPr>
              <p:cNvPr id="948" name="Google Shape;948;p72"/>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949" name="Google Shape;949;p72"/>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950" name="Google Shape;950;p7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951" name="Google Shape;951;p72"/>
            <p:cNvGrpSpPr/>
            <p:nvPr/>
          </p:nvGrpSpPr>
          <p:grpSpPr>
            <a:xfrm>
              <a:off x="461225" y="3619500"/>
              <a:ext cx="1110600" cy="370200"/>
              <a:chOff x="461225" y="3249175"/>
              <a:chExt cx="1110600" cy="370200"/>
            </a:xfrm>
          </p:grpSpPr>
          <p:sp>
            <p:nvSpPr>
              <p:cNvPr id="952" name="Google Shape;952;p7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953" name="Google Shape;953;p7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954" name="Google Shape;954;p7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955" name="Google Shape;955;p72"/>
            <p:cNvGrpSpPr/>
            <p:nvPr/>
          </p:nvGrpSpPr>
          <p:grpSpPr>
            <a:xfrm>
              <a:off x="461225" y="3989700"/>
              <a:ext cx="1110600" cy="1110726"/>
              <a:chOff x="461225" y="3249175"/>
              <a:chExt cx="1110600" cy="1110726"/>
            </a:xfrm>
          </p:grpSpPr>
          <p:sp>
            <p:nvSpPr>
              <p:cNvPr id="956" name="Google Shape;956;p72"/>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957" name="Google Shape;957;p7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958" name="Google Shape;958;p7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959" name="Google Shape;959;p72"/>
            <p:cNvGrpSpPr/>
            <p:nvPr/>
          </p:nvGrpSpPr>
          <p:grpSpPr>
            <a:xfrm>
              <a:off x="831422" y="4360025"/>
              <a:ext cx="370203" cy="740520"/>
              <a:chOff x="831422" y="3249175"/>
              <a:chExt cx="370203" cy="740520"/>
            </a:xfrm>
          </p:grpSpPr>
          <p:sp>
            <p:nvSpPr>
              <p:cNvPr id="960" name="Google Shape;960;p72"/>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961" name="Google Shape;961;p7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962" name="Google Shape;962;p72"/>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963" name="Google Shape;963;p7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964" name="Google Shape;964;p72"/>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965" name="Google Shape;965;p72"/>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966" name="Google Shape;966;p72"/>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967" name="Google Shape;967;p72"/>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968" name="Google Shape;968;p72"/>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969" name="Google Shape;969;p72"/>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970" name="Google Shape;970;p72"/>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971" name="Google Shape;971;p72"/>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972" name="Google Shape;972;p72"/>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973" name="Google Shape;973;p72"/>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974" name="Google Shape;974;p72"/>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975" name="Shape 975"/>
        <p:cNvGrpSpPr/>
        <p:nvPr/>
      </p:nvGrpSpPr>
      <p:grpSpPr>
        <a:xfrm>
          <a:off x="0" y="0"/>
          <a:ext cx="0" cy="0"/>
          <a:chOff x="0" y="0"/>
          <a:chExt cx="0" cy="0"/>
        </a:xfrm>
      </p:grpSpPr>
      <p:grpSp>
        <p:nvGrpSpPr>
          <p:cNvPr id="976" name="Google Shape;976;p73"/>
          <p:cNvGrpSpPr/>
          <p:nvPr/>
        </p:nvGrpSpPr>
        <p:grpSpPr>
          <a:xfrm>
            <a:off x="0" y="506850"/>
            <a:ext cx="930250" cy="2593175"/>
            <a:chOff x="0" y="506850"/>
            <a:chExt cx="930250" cy="2593175"/>
          </a:xfrm>
        </p:grpSpPr>
        <p:grpSp>
          <p:nvGrpSpPr>
            <p:cNvPr id="977" name="Google Shape;977;p73"/>
            <p:cNvGrpSpPr/>
            <p:nvPr/>
          </p:nvGrpSpPr>
          <p:grpSpPr>
            <a:xfrm>
              <a:off x="0" y="877050"/>
              <a:ext cx="930250" cy="2222975"/>
              <a:chOff x="1233650" y="2421900"/>
              <a:chExt cx="930250" cy="2222975"/>
            </a:xfrm>
          </p:grpSpPr>
          <p:grpSp>
            <p:nvGrpSpPr>
              <p:cNvPr id="978" name="Google Shape;978;p73"/>
              <p:cNvGrpSpPr/>
              <p:nvPr/>
            </p:nvGrpSpPr>
            <p:grpSpPr>
              <a:xfrm>
                <a:off x="1233650" y="2793625"/>
                <a:ext cx="560050" cy="1851250"/>
                <a:chOff x="1381975" y="3249175"/>
                <a:chExt cx="560050" cy="1851250"/>
              </a:xfrm>
            </p:grpSpPr>
            <p:sp>
              <p:nvSpPr>
                <p:cNvPr id="979" name="Google Shape;979;p73"/>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0" name="Google Shape;980;p73"/>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981" name="Google Shape;981;p73"/>
                <p:cNvGrpSpPr/>
                <p:nvPr/>
              </p:nvGrpSpPr>
              <p:grpSpPr>
                <a:xfrm>
                  <a:off x="1381975" y="3989700"/>
                  <a:ext cx="560050" cy="1110725"/>
                  <a:chOff x="1381975" y="3249175"/>
                  <a:chExt cx="560050" cy="1110725"/>
                </a:xfrm>
              </p:grpSpPr>
              <p:sp>
                <p:nvSpPr>
                  <p:cNvPr id="982" name="Google Shape;982;p73"/>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3" name="Google Shape;983;p73"/>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4" name="Google Shape;984;p73"/>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85" name="Google Shape;985;p73"/>
                <p:cNvGrpSpPr/>
                <p:nvPr/>
              </p:nvGrpSpPr>
              <p:grpSpPr>
                <a:xfrm>
                  <a:off x="1381975" y="4360025"/>
                  <a:ext cx="560050" cy="370200"/>
                  <a:chOff x="1381975" y="3249175"/>
                  <a:chExt cx="560050" cy="370200"/>
                </a:xfrm>
              </p:grpSpPr>
              <p:sp>
                <p:nvSpPr>
                  <p:cNvPr id="986" name="Google Shape;986;p73"/>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7" name="Google Shape;987;p73"/>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988" name="Google Shape;988;p73"/>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989" name="Google Shape;989;p73"/>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990" name="Google Shape;990;p73"/>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991" name="Google Shape;991;p73"/>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992" name="Google Shape;992;p73"/>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993" name="Google Shape;993;p73"/>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994" name="Google Shape;994;p73"/>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995" name="Google Shape;995;p73"/>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996" name="Google Shape;996;p73"/>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997" name="Google Shape;997;p73"/>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998" name="Google Shape;998;p73"/>
          <p:cNvGrpSpPr/>
          <p:nvPr/>
        </p:nvGrpSpPr>
        <p:grpSpPr>
          <a:xfrm rot="5400000">
            <a:off x="7381575" y="-838700"/>
            <a:ext cx="930250" cy="2591775"/>
            <a:chOff x="0" y="508250"/>
            <a:chExt cx="930250" cy="2591775"/>
          </a:xfrm>
        </p:grpSpPr>
        <p:grpSp>
          <p:nvGrpSpPr>
            <p:cNvPr id="999" name="Google Shape;999;p73"/>
            <p:cNvGrpSpPr/>
            <p:nvPr/>
          </p:nvGrpSpPr>
          <p:grpSpPr>
            <a:xfrm>
              <a:off x="0" y="877050"/>
              <a:ext cx="930250" cy="2222975"/>
              <a:chOff x="1233650" y="2421900"/>
              <a:chExt cx="930250" cy="2222975"/>
            </a:xfrm>
          </p:grpSpPr>
          <p:grpSp>
            <p:nvGrpSpPr>
              <p:cNvPr id="1000" name="Google Shape;1000;p73"/>
              <p:cNvGrpSpPr/>
              <p:nvPr/>
            </p:nvGrpSpPr>
            <p:grpSpPr>
              <a:xfrm>
                <a:off x="1233650" y="2793625"/>
                <a:ext cx="930250" cy="1851250"/>
                <a:chOff x="1381975" y="3249175"/>
                <a:chExt cx="930250" cy="1851250"/>
              </a:xfrm>
            </p:grpSpPr>
            <p:grpSp>
              <p:nvGrpSpPr>
                <p:cNvPr id="1001" name="Google Shape;1001;p73"/>
                <p:cNvGrpSpPr/>
                <p:nvPr/>
              </p:nvGrpSpPr>
              <p:grpSpPr>
                <a:xfrm>
                  <a:off x="1571825" y="3249175"/>
                  <a:ext cx="740400" cy="370200"/>
                  <a:chOff x="1571825" y="3249175"/>
                  <a:chExt cx="740400" cy="370200"/>
                </a:xfrm>
              </p:grpSpPr>
              <p:sp>
                <p:nvSpPr>
                  <p:cNvPr id="1002" name="Google Shape;1002;p73"/>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3" name="Google Shape;1003;p73"/>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04" name="Google Shape;1004;p73"/>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005" name="Google Shape;1005;p73"/>
                <p:cNvGrpSpPr/>
                <p:nvPr/>
              </p:nvGrpSpPr>
              <p:grpSpPr>
                <a:xfrm>
                  <a:off x="1381975" y="3989700"/>
                  <a:ext cx="560050" cy="1110725"/>
                  <a:chOff x="1381975" y="3249175"/>
                  <a:chExt cx="560050" cy="1110725"/>
                </a:xfrm>
              </p:grpSpPr>
              <p:sp>
                <p:nvSpPr>
                  <p:cNvPr id="1006" name="Google Shape;1006;p73"/>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7" name="Google Shape;1007;p73"/>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8" name="Google Shape;1008;p73"/>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09" name="Google Shape;1009;p73"/>
                <p:cNvGrpSpPr/>
                <p:nvPr/>
              </p:nvGrpSpPr>
              <p:grpSpPr>
                <a:xfrm>
                  <a:off x="1381975" y="4360025"/>
                  <a:ext cx="560050" cy="370200"/>
                  <a:chOff x="1381975" y="3249175"/>
                  <a:chExt cx="560050" cy="370200"/>
                </a:xfrm>
              </p:grpSpPr>
              <p:sp>
                <p:nvSpPr>
                  <p:cNvPr id="1010" name="Google Shape;1010;p73"/>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1" name="Google Shape;1011;p73"/>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12" name="Google Shape;1012;p73"/>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13" name="Google Shape;1013;p73"/>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14" name="Google Shape;1014;p73"/>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015" name="Google Shape;1015;p73"/>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1016" name="Google Shape;1016;p73"/>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1017" name="Google Shape;1017;p73"/>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8" name="Google Shape;1018;p73"/>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9" name="Google Shape;1019;p73"/>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1020" name="Google Shape;1020;p73"/>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1021" name="Google Shape;1021;p73"/>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1022" name="Google Shape;1022;p73"/>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1023" name="Google Shape;1023;p73"/>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1024" name="Google Shape;1024;p73"/>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1025" name="Shape 1025"/>
        <p:cNvGrpSpPr/>
        <p:nvPr/>
      </p:nvGrpSpPr>
      <p:grpSpPr>
        <a:xfrm>
          <a:off x="0" y="0"/>
          <a:ext cx="0" cy="0"/>
          <a:chOff x="0" y="0"/>
          <a:chExt cx="0" cy="0"/>
        </a:xfrm>
      </p:grpSpPr>
      <p:sp>
        <p:nvSpPr>
          <p:cNvPr id="1026" name="Google Shape;1026;p74"/>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027" name="Google Shape;1027;p74"/>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028" name="Google Shape;1028;p74"/>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029" name="Google Shape;1029;p74"/>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1030" name="Google Shape;1030;p74"/>
          <p:cNvGrpSpPr/>
          <p:nvPr/>
        </p:nvGrpSpPr>
        <p:grpSpPr>
          <a:xfrm>
            <a:off x="7073603" y="0"/>
            <a:ext cx="2070408" cy="1617374"/>
            <a:chOff x="6787102" y="-57263"/>
            <a:chExt cx="2403260" cy="1877393"/>
          </a:xfrm>
        </p:grpSpPr>
        <p:grpSp>
          <p:nvGrpSpPr>
            <p:cNvPr id="1031" name="Google Shape;1031;p74"/>
            <p:cNvGrpSpPr/>
            <p:nvPr/>
          </p:nvGrpSpPr>
          <p:grpSpPr>
            <a:xfrm rot="10800000">
              <a:off x="8286413" y="1320355"/>
              <a:ext cx="903863" cy="499775"/>
              <a:chOff x="532097" y="3249175"/>
              <a:chExt cx="669528" cy="370204"/>
            </a:xfrm>
          </p:grpSpPr>
          <p:sp>
            <p:nvSpPr>
              <p:cNvPr id="1032" name="Google Shape;1032;p74"/>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3" name="Google Shape;1033;p7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34" name="Google Shape;1034;p74"/>
            <p:cNvGrpSpPr/>
            <p:nvPr/>
          </p:nvGrpSpPr>
          <p:grpSpPr>
            <a:xfrm rot="10800000">
              <a:off x="6787103" y="820419"/>
              <a:ext cx="2402289" cy="499772"/>
              <a:chOff x="532752" y="3249175"/>
              <a:chExt cx="1779473" cy="370202"/>
            </a:xfrm>
          </p:grpSpPr>
          <p:sp>
            <p:nvSpPr>
              <p:cNvPr id="1035" name="Google Shape;1035;p74"/>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6" name="Google Shape;1036;p7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7" name="Google Shape;1037;p7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8" name="Google Shape;1038;p7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39" name="Google Shape;1039;p74"/>
            <p:cNvGrpSpPr/>
            <p:nvPr/>
          </p:nvGrpSpPr>
          <p:grpSpPr>
            <a:xfrm rot="10800000">
              <a:off x="7286873" y="320651"/>
              <a:ext cx="1499310" cy="499770"/>
              <a:chOff x="831425" y="3249175"/>
              <a:chExt cx="1110600" cy="370200"/>
            </a:xfrm>
          </p:grpSpPr>
          <p:sp>
            <p:nvSpPr>
              <p:cNvPr id="1040" name="Google Shape;1040;p7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1" name="Google Shape;1041;p7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2" name="Google Shape;1042;p7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43" name="Google Shape;1043;p74"/>
            <p:cNvGrpSpPr/>
            <p:nvPr/>
          </p:nvGrpSpPr>
          <p:grpSpPr>
            <a:xfrm rot="10800000">
              <a:off x="6787102" y="-57263"/>
              <a:ext cx="2403260" cy="377865"/>
              <a:chOff x="532032" y="3249173"/>
              <a:chExt cx="1780193" cy="370202"/>
            </a:xfrm>
          </p:grpSpPr>
          <p:sp>
            <p:nvSpPr>
              <p:cNvPr id="1044" name="Google Shape;1044;p74"/>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5" name="Google Shape;1045;p74"/>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6" name="Google Shape;1046;p7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7" name="Google Shape;1047;p7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8" name="Google Shape;1048;p7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49" name="Google Shape;1049;p74"/>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0" name="Google Shape;1050;p74"/>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1" name="Google Shape;1051;p74"/>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2" name="Google Shape;1052;p74"/>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3" name="Google Shape;1053;p7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054" name="Google Shape;1054;p74"/>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1055" name="Google Shape;1055;p74"/>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1056" name="Google Shape;1056;p74"/>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7" name="Google Shape;1057;p74"/>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8" name="Google Shape;1058;p74"/>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9" name="Google Shape;1059;p74"/>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0" name="Google Shape;1060;p74"/>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1061" name="Shape 1061"/>
        <p:cNvGrpSpPr/>
        <p:nvPr/>
      </p:nvGrpSpPr>
      <p:grpSpPr>
        <a:xfrm>
          <a:off x="0" y="0"/>
          <a:ext cx="0" cy="0"/>
          <a:chOff x="0" y="0"/>
          <a:chExt cx="0" cy="0"/>
        </a:xfrm>
      </p:grpSpPr>
      <p:sp>
        <p:nvSpPr>
          <p:cNvPr id="1062" name="Google Shape;1062;p75"/>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1063" name="Google Shape;1063;p75"/>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1064" name="Google Shape;1064;p75"/>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1065" name="Google Shape;1065;p75"/>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1066" name="Google Shape;1066;p75"/>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067" name="Google Shape;1067;p75"/>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1068" name="Google Shape;1068;p75"/>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1069" name="Google Shape;1069;p75"/>
          <p:cNvGrpSpPr/>
          <p:nvPr/>
        </p:nvGrpSpPr>
        <p:grpSpPr>
          <a:xfrm>
            <a:off x="7073603" y="0"/>
            <a:ext cx="2070408" cy="1617374"/>
            <a:chOff x="6787102" y="-57263"/>
            <a:chExt cx="2403260" cy="1877393"/>
          </a:xfrm>
        </p:grpSpPr>
        <p:grpSp>
          <p:nvGrpSpPr>
            <p:cNvPr id="1070" name="Google Shape;1070;p75"/>
            <p:cNvGrpSpPr/>
            <p:nvPr/>
          </p:nvGrpSpPr>
          <p:grpSpPr>
            <a:xfrm rot="10800000">
              <a:off x="8286413" y="1320355"/>
              <a:ext cx="903863" cy="499775"/>
              <a:chOff x="532097" y="3249175"/>
              <a:chExt cx="669528" cy="370204"/>
            </a:xfrm>
          </p:grpSpPr>
          <p:sp>
            <p:nvSpPr>
              <p:cNvPr id="1071" name="Google Shape;1071;p75"/>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2" name="Google Shape;1072;p75"/>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73" name="Google Shape;1073;p75"/>
            <p:cNvGrpSpPr/>
            <p:nvPr/>
          </p:nvGrpSpPr>
          <p:grpSpPr>
            <a:xfrm rot="10800000">
              <a:off x="6787103" y="820419"/>
              <a:ext cx="2402289" cy="499772"/>
              <a:chOff x="532752" y="3249175"/>
              <a:chExt cx="1779473" cy="370202"/>
            </a:xfrm>
          </p:grpSpPr>
          <p:sp>
            <p:nvSpPr>
              <p:cNvPr id="1074" name="Google Shape;1074;p75"/>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5" name="Google Shape;1075;p75"/>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6" name="Google Shape;1076;p75"/>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7" name="Google Shape;1077;p75"/>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78" name="Google Shape;1078;p75"/>
            <p:cNvGrpSpPr/>
            <p:nvPr/>
          </p:nvGrpSpPr>
          <p:grpSpPr>
            <a:xfrm rot="10800000">
              <a:off x="7286873" y="320651"/>
              <a:ext cx="1499310" cy="499770"/>
              <a:chOff x="831425" y="3249175"/>
              <a:chExt cx="1110600" cy="370200"/>
            </a:xfrm>
          </p:grpSpPr>
          <p:sp>
            <p:nvSpPr>
              <p:cNvPr id="1079" name="Google Shape;1079;p75"/>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0" name="Google Shape;1080;p75"/>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1" name="Google Shape;1081;p75"/>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82" name="Google Shape;1082;p75"/>
            <p:cNvGrpSpPr/>
            <p:nvPr/>
          </p:nvGrpSpPr>
          <p:grpSpPr>
            <a:xfrm rot="10800000">
              <a:off x="6787102" y="-57263"/>
              <a:ext cx="2403260" cy="377865"/>
              <a:chOff x="532032" y="3249173"/>
              <a:chExt cx="1780193" cy="370202"/>
            </a:xfrm>
          </p:grpSpPr>
          <p:sp>
            <p:nvSpPr>
              <p:cNvPr id="1083" name="Google Shape;1083;p75"/>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4" name="Google Shape;1084;p75"/>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5" name="Google Shape;1085;p75"/>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6" name="Google Shape;1086;p75"/>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7" name="Google Shape;1087;p75"/>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88" name="Google Shape;1088;p75"/>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9" name="Google Shape;1089;p75"/>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0" name="Google Shape;1090;p75"/>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1" name="Google Shape;1091;p75"/>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2" name="Google Shape;1092;p75"/>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093" name="Google Shape;1093;p75"/>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094" name="Google Shape;1094;p75"/>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095" name="Google Shape;1095;p75"/>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096" name="Google Shape;1096;p75"/>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1097" name="Google Shape;1097;p75"/>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1098" name="Google Shape;1098;p75"/>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1099" name="Google Shape;1099;p75"/>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1100" name="Google Shape;1100;p75"/>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1101" name="Google Shape;1101;p75"/>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1102" name="Shape 1102"/>
        <p:cNvGrpSpPr/>
        <p:nvPr/>
      </p:nvGrpSpPr>
      <p:grpSpPr>
        <a:xfrm>
          <a:off x="0" y="0"/>
          <a:ext cx="0" cy="0"/>
          <a:chOff x="0" y="0"/>
          <a:chExt cx="0" cy="0"/>
        </a:xfrm>
      </p:grpSpPr>
      <p:sp>
        <p:nvSpPr>
          <p:cNvPr id="1103" name="Google Shape;1103;p76"/>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104" name="Google Shape;1104;p76"/>
          <p:cNvGrpSpPr/>
          <p:nvPr/>
        </p:nvGrpSpPr>
        <p:grpSpPr>
          <a:xfrm rot="10800000">
            <a:off x="5657179" y="-1"/>
            <a:ext cx="3486840" cy="2906092"/>
            <a:chOff x="312900" y="2793625"/>
            <a:chExt cx="2221200" cy="1851250"/>
          </a:xfrm>
        </p:grpSpPr>
        <p:grpSp>
          <p:nvGrpSpPr>
            <p:cNvPr id="1105" name="Google Shape;1105;p76"/>
            <p:cNvGrpSpPr/>
            <p:nvPr/>
          </p:nvGrpSpPr>
          <p:grpSpPr>
            <a:xfrm>
              <a:off x="312900" y="2793625"/>
              <a:ext cx="1851000" cy="1851250"/>
              <a:chOff x="461225" y="3249175"/>
              <a:chExt cx="1851000" cy="1851250"/>
            </a:xfrm>
          </p:grpSpPr>
          <p:grpSp>
            <p:nvGrpSpPr>
              <p:cNvPr id="1106" name="Google Shape;1106;p76"/>
              <p:cNvGrpSpPr/>
              <p:nvPr/>
            </p:nvGrpSpPr>
            <p:grpSpPr>
              <a:xfrm>
                <a:off x="461225" y="3249175"/>
                <a:ext cx="1851000" cy="370200"/>
                <a:chOff x="461225" y="3249175"/>
                <a:chExt cx="1851000" cy="370200"/>
              </a:xfrm>
            </p:grpSpPr>
            <p:sp>
              <p:nvSpPr>
                <p:cNvPr id="1107" name="Google Shape;1107;p7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08" name="Google Shape;1108;p7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09" name="Google Shape;1109;p76"/>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10" name="Google Shape;1110;p76"/>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11" name="Google Shape;1111;p76"/>
              <p:cNvGrpSpPr/>
              <p:nvPr/>
            </p:nvGrpSpPr>
            <p:grpSpPr>
              <a:xfrm>
                <a:off x="461225" y="3619500"/>
                <a:ext cx="1851000" cy="370200"/>
                <a:chOff x="461225" y="3249175"/>
                <a:chExt cx="1851000" cy="370200"/>
              </a:xfrm>
            </p:grpSpPr>
            <p:sp>
              <p:nvSpPr>
                <p:cNvPr id="1112" name="Google Shape;1112;p7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13" name="Google Shape;1113;p7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14" name="Google Shape;1114;p7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15" name="Google Shape;1115;p76"/>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16" name="Google Shape;1116;p76"/>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17" name="Google Shape;1117;p76"/>
              <p:cNvGrpSpPr/>
              <p:nvPr/>
            </p:nvGrpSpPr>
            <p:grpSpPr>
              <a:xfrm>
                <a:off x="461225" y="3989700"/>
                <a:ext cx="1480800" cy="1110725"/>
                <a:chOff x="461225" y="3249175"/>
                <a:chExt cx="1480800" cy="1110725"/>
              </a:xfrm>
            </p:grpSpPr>
            <p:sp>
              <p:nvSpPr>
                <p:cNvPr id="1118" name="Google Shape;1118;p7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19" name="Google Shape;1119;p7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20" name="Google Shape;1120;p76"/>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21" name="Google Shape;1121;p76"/>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22" name="Google Shape;1122;p76"/>
              <p:cNvGrpSpPr/>
              <p:nvPr/>
            </p:nvGrpSpPr>
            <p:grpSpPr>
              <a:xfrm>
                <a:off x="831425" y="4360025"/>
                <a:ext cx="1480800" cy="370200"/>
                <a:chOff x="831425" y="3249175"/>
                <a:chExt cx="1480800" cy="370200"/>
              </a:xfrm>
            </p:grpSpPr>
            <p:sp>
              <p:nvSpPr>
                <p:cNvPr id="1123" name="Google Shape;1123;p7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24" name="Google Shape;1124;p7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25" name="Google Shape;1125;p76"/>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26" name="Google Shape;1126;p76"/>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127" name="Google Shape;1127;p76"/>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128" name="Google Shape;1128;p76"/>
          <p:cNvSpPr/>
          <p:nvPr>
            <p:ph idx="2" type="pic"/>
          </p:nvPr>
        </p:nvSpPr>
        <p:spPr>
          <a:xfrm>
            <a:off x="1200750" y="984738"/>
            <a:ext cx="1649400" cy="1649400"/>
          </a:xfrm>
          <a:prstGeom prst="ellipse">
            <a:avLst/>
          </a:prstGeom>
          <a:noFill/>
          <a:ln>
            <a:noFill/>
          </a:ln>
        </p:spPr>
      </p:sp>
      <p:sp>
        <p:nvSpPr>
          <p:cNvPr id="1129" name="Google Shape;1129;p76"/>
          <p:cNvSpPr/>
          <p:nvPr>
            <p:ph idx="3" type="pic"/>
          </p:nvPr>
        </p:nvSpPr>
        <p:spPr>
          <a:xfrm>
            <a:off x="3747300" y="921988"/>
            <a:ext cx="1649400" cy="1649400"/>
          </a:xfrm>
          <a:prstGeom prst="ellipse">
            <a:avLst/>
          </a:prstGeom>
          <a:noFill/>
          <a:ln>
            <a:noFill/>
          </a:ln>
        </p:spPr>
      </p:sp>
      <p:sp>
        <p:nvSpPr>
          <p:cNvPr id="1130" name="Google Shape;1130;p76"/>
          <p:cNvSpPr/>
          <p:nvPr>
            <p:ph idx="4" type="pic"/>
          </p:nvPr>
        </p:nvSpPr>
        <p:spPr>
          <a:xfrm>
            <a:off x="6080650" y="941438"/>
            <a:ext cx="1649400" cy="1649400"/>
          </a:xfrm>
          <a:prstGeom prst="ellipse">
            <a:avLst/>
          </a:prstGeom>
          <a:noFill/>
          <a:ln>
            <a:noFill/>
          </a:ln>
        </p:spPr>
      </p:sp>
      <p:sp>
        <p:nvSpPr>
          <p:cNvPr id="1131" name="Google Shape;1131;p76"/>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132" name="Google Shape;1132;p76"/>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1133" name="Google Shape;1133;p76"/>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134" name="Google Shape;1134;p76"/>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1135" name="Google Shape;1135;p76"/>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136" name="Google Shape;1136;p76"/>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1137" name="Google Shape;1137;p76"/>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138" name="Google Shape;1138;p76"/>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39" name="Shape 1139"/>
        <p:cNvGrpSpPr/>
        <p:nvPr/>
      </p:nvGrpSpPr>
      <p:grpSpPr>
        <a:xfrm>
          <a:off x="0" y="0"/>
          <a:ext cx="0" cy="0"/>
          <a:chOff x="0" y="0"/>
          <a:chExt cx="0" cy="0"/>
        </a:xfrm>
      </p:grpSpPr>
      <p:sp>
        <p:nvSpPr>
          <p:cNvPr id="1140" name="Google Shape;1140;p7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41" name="Google Shape;1141;p7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142" name="Shape 1142"/>
        <p:cNvGrpSpPr/>
        <p:nvPr/>
      </p:nvGrpSpPr>
      <p:grpSpPr>
        <a:xfrm>
          <a:off x="0" y="0"/>
          <a:ext cx="0" cy="0"/>
          <a:chOff x="0" y="0"/>
          <a:chExt cx="0" cy="0"/>
        </a:xfrm>
      </p:grpSpPr>
      <p:sp>
        <p:nvSpPr>
          <p:cNvPr id="1143" name="Google Shape;1143;p7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144" name="Shape 1144"/>
        <p:cNvGrpSpPr/>
        <p:nvPr/>
      </p:nvGrpSpPr>
      <p:grpSpPr>
        <a:xfrm>
          <a:off x="0" y="0"/>
          <a:ext cx="0" cy="0"/>
          <a:chOff x="0" y="0"/>
          <a:chExt cx="0" cy="0"/>
        </a:xfrm>
      </p:grpSpPr>
      <p:sp>
        <p:nvSpPr>
          <p:cNvPr id="1145" name="Google Shape;1145;p7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46" name="Google Shape;1146;p7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1147" name="Shape 1147"/>
        <p:cNvGrpSpPr/>
        <p:nvPr/>
      </p:nvGrpSpPr>
      <p:grpSpPr>
        <a:xfrm>
          <a:off x="0" y="0"/>
          <a:ext cx="0" cy="0"/>
          <a:chOff x="0" y="0"/>
          <a:chExt cx="0" cy="0"/>
        </a:xfrm>
      </p:grpSpPr>
      <p:sp>
        <p:nvSpPr>
          <p:cNvPr id="1148" name="Google Shape;1148;p8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49" name="Google Shape;1149;p8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50" name="Google Shape;1150;p80"/>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151" name="Shape 1151"/>
        <p:cNvGrpSpPr/>
        <p:nvPr/>
      </p:nvGrpSpPr>
      <p:grpSpPr>
        <a:xfrm>
          <a:off x="0" y="0"/>
          <a:ext cx="0" cy="0"/>
          <a:chOff x="0" y="0"/>
          <a:chExt cx="0" cy="0"/>
        </a:xfrm>
      </p:grpSpPr>
      <p:sp>
        <p:nvSpPr>
          <p:cNvPr id="1152" name="Google Shape;1152;p8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153" name="Shape 1153"/>
        <p:cNvGrpSpPr/>
        <p:nvPr/>
      </p:nvGrpSpPr>
      <p:grpSpPr>
        <a:xfrm>
          <a:off x="0" y="0"/>
          <a:ext cx="0" cy="0"/>
          <a:chOff x="0" y="0"/>
          <a:chExt cx="0" cy="0"/>
        </a:xfrm>
      </p:grpSpPr>
      <p:sp>
        <p:nvSpPr>
          <p:cNvPr id="1154" name="Google Shape;1154;p8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55" name="Google Shape;1155;p8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156" name="Shape 1156"/>
        <p:cNvGrpSpPr/>
        <p:nvPr/>
      </p:nvGrpSpPr>
      <p:grpSpPr>
        <a:xfrm>
          <a:off x="0" y="0"/>
          <a:ext cx="0" cy="0"/>
          <a:chOff x="0" y="0"/>
          <a:chExt cx="0" cy="0"/>
        </a:xfrm>
      </p:grpSpPr>
      <p:sp>
        <p:nvSpPr>
          <p:cNvPr id="1157" name="Google Shape;1157;p8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158" name="Shape 1158"/>
        <p:cNvGrpSpPr/>
        <p:nvPr/>
      </p:nvGrpSpPr>
      <p:grpSpPr>
        <a:xfrm>
          <a:off x="0" y="0"/>
          <a:ext cx="0" cy="0"/>
          <a:chOff x="0" y="0"/>
          <a:chExt cx="0" cy="0"/>
        </a:xfrm>
      </p:grpSpPr>
      <p:sp>
        <p:nvSpPr>
          <p:cNvPr id="1159" name="Google Shape;1159;p8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160" name="Google Shape;1160;p8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1161" name="Google Shape;1161;p8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1162" name="Shape 1162"/>
        <p:cNvGrpSpPr/>
        <p:nvPr/>
      </p:nvGrpSpPr>
      <p:grpSpPr>
        <a:xfrm>
          <a:off x="0" y="0"/>
          <a:ext cx="0" cy="0"/>
          <a:chOff x="0" y="0"/>
          <a:chExt cx="0" cy="0"/>
        </a:xfrm>
      </p:grpSpPr>
      <p:sp>
        <p:nvSpPr>
          <p:cNvPr id="1163" name="Google Shape;1163;p8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164" name="Shape 1164"/>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165" name="Shape 1165"/>
        <p:cNvGrpSpPr/>
        <p:nvPr/>
      </p:nvGrpSpPr>
      <p:grpSpPr>
        <a:xfrm>
          <a:off x="0" y="0"/>
          <a:ext cx="0" cy="0"/>
          <a:chOff x="0" y="0"/>
          <a:chExt cx="0" cy="0"/>
        </a:xfrm>
      </p:grpSpPr>
      <p:sp>
        <p:nvSpPr>
          <p:cNvPr id="1166" name="Google Shape;1166;p8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67" name="Google Shape;1167;p8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68" name="Google Shape;1168;p8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69" name="Google Shape;1169;p8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70" name="Google Shape;1170;p8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71" name="Google Shape;1171;p8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72" name="Google Shape;1172;p8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1173" name="Shape 1173"/>
        <p:cNvGrpSpPr/>
        <p:nvPr/>
      </p:nvGrpSpPr>
      <p:grpSpPr>
        <a:xfrm>
          <a:off x="0" y="0"/>
          <a:ext cx="0" cy="0"/>
          <a:chOff x="0" y="0"/>
          <a:chExt cx="0" cy="0"/>
        </a:xfrm>
      </p:grpSpPr>
      <p:sp>
        <p:nvSpPr>
          <p:cNvPr id="1174" name="Google Shape;1174;p8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75" name="Google Shape;1175;p8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176" name="Google Shape;1176;p8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1177" name="Shape 1177"/>
        <p:cNvGrpSpPr/>
        <p:nvPr/>
      </p:nvGrpSpPr>
      <p:grpSpPr>
        <a:xfrm>
          <a:off x="0" y="0"/>
          <a:ext cx="0" cy="0"/>
          <a:chOff x="0" y="0"/>
          <a:chExt cx="0" cy="0"/>
        </a:xfrm>
      </p:grpSpPr>
      <p:sp>
        <p:nvSpPr>
          <p:cNvPr id="1178" name="Google Shape;1178;p8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79" name="Google Shape;1179;p8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180" name="Google Shape;1180;p8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81" name="Google Shape;1181;p8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82" name="Google Shape;1182;p8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1183" name="Shape 1183"/>
        <p:cNvGrpSpPr/>
        <p:nvPr/>
      </p:nvGrpSpPr>
      <p:grpSpPr>
        <a:xfrm>
          <a:off x="0" y="0"/>
          <a:ext cx="0" cy="0"/>
          <a:chOff x="0" y="0"/>
          <a:chExt cx="0" cy="0"/>
        </a:xfrm>
      </p:grpSpPr>
      <p:sp>
        <p:nvSpPr>
          <p:cNvPr id="1184" name="Google Shape;1184;p9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185" name="Google Shape;1185;p9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86" name="Google Shape;1186;p9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87" name="Google Shape;1187;p9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88" name="Google Shape;1188;p9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89" name="Google Shape;1189;p9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90" name="Google Shape;1190;p9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1191" name="Shape 1191"/>
        <p:cNvGrpSpPr/>
        <p:nvPr/>
      </p:nvGrpSpPr>
      <p:grpSpPr>
        <a:xfrm>
          <a:off x="0" y="0"/>
          <a:ext cx="0" cy="0"/>
          <a:chOff x="0" y="0"/>
          <a:chExt cx="0" cy="0"/>
        </a:xfrm>
      </p:grpSpPr>
      <p:sp>
        <p:nvSpPr>
          <p:cNvPr id="1192" name="Google Shape;1192;p9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193" name="Google Shape;1193;p9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94" name="Google Shape;1194;p9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95" name="Google Shape;1195;p9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96" name="Google Shape;1196;p9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97" name="Google Shape;1197;p9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98" name="Google Shape;1198;p9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99" name="Google Shape;1199;p9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00" name="Google Shape;1200;p9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1201" name="Shape 1201"/>
        <p:cNvGrpSpPr/>
        <p:nvPr/>
      </p:nvGrpSpPr>
      <p:grpSpPr>
        <a:xfrm>
          <a:off x="0" y="0"/>
          <a:ext cx="0" cy="0"/>
          <a:chOff x="0" y="0"/>
          <a:chExt cx="0" cy="0"/>
        </a:xfrm>
      </p:grpSpPr>
      <p:sp>
        <p:nvSpPr>
          <p:cNvPr id="1202" name="Google Shape;1202;p9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03" name="Google Shape;1203;p9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1204" name="Shape 1204"/>
        <p:cNvGrpSpPr/>
        <p:nvPr/>
      </p:nvGrpSpPr>
      <p:grpSpPr>
        <a:xfrm>
          <a:off x="0" y="0"/>
          <a:ext cx="0" cy="0"/>
          <a:chOff x="0" y="0"/>
          <a:chExt cx="0" cy="0"/>
        </a:xfrm>
      </p:grpSpPr>
      <p:sp>
        <p:nvSpPr>
          <p:cNvPr id="1205" name="Google Shape;1205;p9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206" name="Google Shape;1206;p93"/>
          <p:cNvSpPr/>
          <p:nvPr>
            <p:ph idx="2" type="pic"/>
          </p:nvPr>
        </p:nvSpPr>
        <p:spPr>
          <a:xfrm>
            <a:off x="4804825" y="1133300"/>
            <a:ext cx="4027500" cy="2392800"/>
          </a:xfrm>
          <a:prstGeom prst="rect">
            <a:avLst/>
          </a:prstGeom>
          <a:noFill/>
          <a:ln>
            <a:noFill/>
          </a:ln>
        </p:spPr>
      </p:sp>
      <p:sp>
        <p:nvSpPr>
          <p:cNvPr id="1207" name="Google Shape;1207;p93"/>
          <p:cNvSpPr/>
          <p:nvPr>
            <p:ph idx="3" type="pic"/>
          </p:nvPr>
        </p:nvSpPr>
        <p:spPr>
          <a:xfrm>
            <a:off x="311725" y="1133300"/>
            <a:ext cx="4027500" cy="2392800"/>
          </a:xfrm>
          <a:prstGeom prst="rect">
            <a:avLst/>
          </a:prstGeom>
          <a:noFill/>
          <a:ln>
            <a:noFill/>
          </a:ln>
        </p:spPr>
      </p:sp>
      <p:sp>
        <p:nvSpPr>
          <p:cNvPr id="1208" name="Google Shape;1208;p9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209" name="Google Shape;1209;p9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10" name="Google Shape;1210;p9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211" name="Google Shape;1211;p9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1212" name="Shape 1212"/>
        <p:cNvGrpSpPr/>
        <p:nvPr/>
      </p:nvGrpSpPr>
      <p:grpSpPr>
        <a:xfrm>
          <a:off x="0" y="0"/>
          <a:ext cx="0" cy="0"/>
          <a:chOff x="0" y="0"/>
          <a:chExt cx="0" cy="0"/>
        </a:xfrm>
      </p:grpSpPr>
      <p:sp>
        <p:nvSpPr>
          <p:cNvPr id="1213" name="Google Shape;1213;p9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214" name="Google Shape;1214;p94"/>
          <p:cNvSpPr/>
          <p:nvPr>
            <p:ph idx="2" type="pic"/>
          </p:nvPr>
        </p:nvSpPr>
        <p:spPr>
          <a:xfrm>
            <a:off x="6205225" y="1128325"/>
            <a:ext cx="2627100" cy="2273100"/>
          </a:xfrm>
          <a:prstGeom prst="rect">
            <a:avLst/>
          </a:prstGeom>
          <a:noFill/>
          <a:ln>
            <a:noFill/>
          </a:ln>
        </p:spPr>
      </p:sp>
      <p:sp>
        <p:nvSpPr>
          <p:cNvPr id="1215" name="Google Shape;1215;p94"/>
          <p:cNvSpPr/>
          <p:nvPr>
            <p:ph idx="3" type="pic"/>
          </p:nvPr>
        </p:nvSpPr>
        <p:spPr>
          <a:xfrm>
            <a:off x="311725" y="1128325"/>
            <a:ext cx="2627100" cy="2273100"/>
          </a:xfrm>
          <a:prstGeom prst="rect">
            <a:avLst/>
          </a:prstGeom>
          <a:noFill/>
          <a:ln>
            <a:noFill/>
          </a:ln>
        </p:spPr>
      </p:sp>
      <p:sp>
        <p:nvSpPr>
          <p:cNvPr id="1216" name="Google Shape;1216;p9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217" name="Google Shape;1217;p94"/>
          <p:cNvSpPr/>
          <p:nvPr>
            <p:ph idx="5" type="pic"/>
          </p:nvPr>
        </p:nvSpPr>
        <p:spPr>
          <a:xfrm>
            <a:off x="3255250" y="1128325"/>
            <a:ext cx="2627100" cy="2273100"/>
          </a:xfrm>
          <a:prstGeom prst="rect">
            <a:avLst/>
          </a:prstGeom>
          <a:noFill/>
          <a:ln>
            <a:noFill/>
          </a:ln>
        </p:spPr>
      </p:sp>
      <p:sp>
        <p:nvSpPr>
          <p:cNvPr id="1218" name="Google Shape;1218;p9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219" name="Google Shape;1219;p9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20" name="Google Shape;1220;p9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221" name="Google Shape;1221;p9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222" name="Google Shape;1222;p9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1223" name="Shape 1223"/>
        <p:cNvGrpSpPr/>
        <p:nvPr/>
      </p:nvGrpSpPr>
      <p:grpSpPr>
        <a:xfrm>
          <a:off x="0" y="0"/>
          <a:ext cx="0" cy="0"/>
          <a:chOff x="0" y="0"/>
          <a:chExt cx="0" cy="0"/>
        </a:xfrm>
      </p:grpSpPr>
      <p:sp>
        <p:nvSpPr>
          <p:cNvPr id="1224" name="Google Shape;1224;p9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1225" name="Shape 1225"/>
        <p:cNvGrpSpPr/>
        <p:nvPr/>
      </p:nvGrpSpPr>
      <p:grpSpPr>
        <a:xfrm>
          <a:off x="0" y="0"/>
          <a:ext cx="0" cy="0"/>
          <a:chOff x="0" y="0"/>
          <a:chExt cx="0" cy="0"/>
        </a:xfrm>
      </p:grpSpPr>
      <p:sp>
        <p:nvSpPr>
          <p:cNvPr id="1226" name="Google Shape;1226;p96"/>
          <p:cNvSpPr/>
          <p:nvPr>
            <p:ph idx="2" type="pic"/>
          </p:nvPr>
        </p:nvSpPr>
        <p:spPr>
          <a:xfrm>
            <a:off x="3389600" y="118913"/>
            <a:ext cx="1643700" cy="1535100"/>
          </a:xfrm>
          <a:prstGeom prst="rect">
            <a:avLst/>
          </a:prstGeom>
          <a:noFill/>
          <a:ln>
            <a:noFill/>
          </a:ln>
        </p:spPr>
      </p:sp>
      <p:sp>
        <p:nvSpPr>
          <p:cNvPr id="1227" name="Google Shape;1227;p96"/>
          <p:cNvSpPr/>
          <p:nvPr>
            <p:ph idx="3" type="pic"/>
          </p:nvPr>
        </p:nvSpPr>
        <p:spPr>
          <a:xfrm>
            <a:off x="5195935" y="118913"/>
            <a:ext cx="1643700" cy="1535100"/>
          </a:xfrm>
          <a:prstGeom prst="rect">
            <a:avLst/>
          </a:prstGeom>
          <a:noFill/>
          <a:ln>
            <a:noFill/>
          </a:ln>
        </p:spPr>
      </p:sp>
      <p:sp>
        <p:nvSpPr>
          <p:cNvPr id="1228" name="Google Shape;1228;p96"/>
          <p:cNvSpPr/>
          <p:nvPr>
            <p:ph idx="4" type="pic"/>
          </p:nvPr>
        </p:nvSpPr>
        <p:spPr>
          <a:xfrm>
            <a:off x="7002270" y="118913"/>
            <a:ext cx="1643700" cy="1535100"/>
          </a:xfrm>
          <a:prstGeom prst="rect">
            <a:avLst/>
          </a:prstGeom>
          <a:noFill/>
          <a:ln>
            <a:noFill/>
          </a:ln>
        </p:spPr>
      </p:sp>
      <p:sp>
        <p:nvSpPr>
          <p:cNvPr id="1229" name="Google Shape;1229;p96"/>
          <p:cNvSpPr/>
          <p:nvPr>
            <p:ph idx="5" type="pic"/>
          </p:nvPr>
        </p:nvSpPr>
        <p:spPr>
          <a:xfrm>
            <a:off x="3389588" y="1804212"/>
            <a:ext cx="1643700" cy="1535100"/>
          </a:xfrm>
          <a:prstGeom prst="rect">
            <a:avLst/>
          </a:prstGeom>
          <a:noFill/>
          <a:ln>
            <a:noFill/>
          </a:ln>
        </p:spPr>
      </p:sp>
      <p:sp>
        <p:nvSpPr>
          <p:cNvPr id="1230" name="Google Shape;1230;p96"/>
          <p:cNvSpPr/>
          <p:nvPr>
            <p:ph idx="6" type="pic"/>
          </p:nvPr>
        </p:nvSpPr>
        <p:spPr>
          <a:xfrm>
            <a:off x="5195922" y="1804212"/>
            <a:ext cx="1643700" cy="1535100"/>
          </a:xfrm>
          <a:prstGeom prst="rect">
            <a:avLst/>
          </a:prstGeom>
          <a:noFill/>
          <a:ln>
            <a:noFill/>
          </a:ln>
        </p:spPr>
      </p:sp>
      <p:sp>
        <p:nvSpPr>
          <p:cNvPr id="1231" name="Google Shape;1231;p96"/>
          <p:cNvSpPr/>
          <p:nvPr>
            <p:ph idx="7" type="pic"/>
          </p:nvPr>
        </p:nvSpPr>
        <p:spPr>
          <a:xfrm>
            <a:off x="7002257" y="1804212"/>
            <a:ext cx="1643700" cy="1535100"/>
          </a:xfrm>
          <a:prstGeom prst="rect">
            <a:avLst/>
          </a:prstGeom>
          <a:noFill/>
          <a:ln>
            <a:noFill/>
          </a:ln>
        </p:spPr>
      </p:sp>
      <p:sp>
        <p:nvSpPr>
          <p:cNvPr id="1232" name="Google Shape;1232;p9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33" name="Google Shape;1233;p96"/>
          <p:cNvSpPr/>
          <p:nvPr>
            <p:ph idx="8" type="pic"/>
          </p:nvPr>
        </p:nvSpPr>
        <p:spPr>
          <a:xfrm>
            <a:off x="3389588" y="3489487"/>
            <a:ext cx="1643700" cy="1535100"/>
          </a:xfrm>
          <a:prstGeom prst="rect">
            <a:avLst/>
          </a:prstGeom>
          <a:noFill/>
          <a:ln>
            <a:noFill/>
          </a:ln>
        </p:spPr>
      </p:sp>
      <p:sp>
        <p:nvSpPr>
          <p:cNvPr id="1234" name="Google Shape;1234;p96"/>
          <p:cNvSpPr/>
          <p:nvPr>
            <p:ph idx="9" type="pic"/>
          </p:nvPr>
        </p:nvSpPr>
        <p:spPr>
          <a:xfrm>
            <a:off x="5195922" y="3489487"/>
            <a:ext cx="1643700" cy="1535100"/>
          </a:xfrm>
          <a:prstGeom prst="rect">
            <a:avLst/>
          </a:prstGeom>
          <a:noFill/>
          <a:ln>
            <a:noFill/>
          </a:ln>
        </p:spPr>
      </p:sp>
      <p:sp>
        <p:nvSpPr>
          <p:cNvPr id="1235" name="Google Shape;1235;p9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2.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5.xml"/><Relationship Id="rId42" Type="http://schemas.openxmlformats.org/officeDocument/2006/relationships/slideLayout" Target="../slideLayouts/slideLayout87.xml"/><Relationship Id="rId41" Type="http://schemas.openxmlformats.org/officeDocument/2006/relationships/slideLayout" Target="../slideLayouts/slideLayout86.xml"/><Relationship Id="rId44" Type="http://schemas.openxmlformats.org/officeDocument/2006/relationships/slideLayout" Target="../slideLayouts/slideLayout89.xml"/><Relationship Id="rId43" Type="http://schemas.openxmlformats.org/officeDocument/2006/relationships/slideLayout" Target="../slideLayouts/slideLayout88.xml"/><Relationship Id="rId46" Type="http://schemas.openxmlformats.org/officeDocument/2006/relationships/slideLayout" Target="../slideLayouts/slideLayout91.xml"/><Relationship Id="rId45" Type="http://schemas.openxmlformats.org/officeDocument/2006/relationships/slideLayout" Target="../slideLayouts/slideLayout90.xml"/><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9" Type="http://schemas.openxmlformats.org/officeDocument/2006/relationships/slideLayout" Target="../slideLayouts/slideLayout54.xml"/><Relationship Id="rId48" Type="http://schemas.openxmlformats.org/officeDocument/2006/relationships/slideLayout" Target="../slideLayouts/slideLayout93.xml"/><Relationship Id="rId47" Type="http://schemas.openxmlformats.org/officeDocument/2006/relationships/slideLayout" Target="../slideLayouts/slideLayout92.xml"/><Relationship Id="rId49" Type="http://schemas.openxmlformats.org/officeDocument/2006/relationships/slideLayout" Target="../slideLayouts/slideLayout94.xml"/><Relationship Id="rId5" Type="http://schemas.openxmlformats.org/officeDocument/2006/relationships/slideLayout" Target="../slideLayouts/slideLayout50.xml"/><Relationship Id="rId6" Type="http://schemas.openxmlformats.org/officeDocument/2006/relationships/slideLayout" Target="../slideLayouts/slideLayout51.xml"/><Relationship Id="rId7" Type="http://schemas.openxmlformats.org/officeDocument/2006/relationships/slideLayout" Target="../slideLayouts/slideLayout52.xml"/><Relationship Id="rId8" Type="http://schemas.openxmlformats.org/officeDocument/2006/relationships/slideLayout" Target="../slideLayouts/slideLayout53.xml"/><Relationship Id="rId31" Type="http://schemas.openxmlformats.org/officeDocument/2006/relationships/slideLayout" Target="../slideLayouts/slideLayout76.xml"/><Relationship Id="rId30" Type="http://schemas.openxmlformats.org/officeDocument/2006/relationships/slideLayout" Target="../slideLayouts/slideLayout75.xml"/><Relationship Id="rId33" Type="http://schemas.openxmlformats.org/officeDocument/2006/relationships/slideLayout" Target="../slideLayouts/slideLayout78.xml"/><Relationship Id="rId32" Type="http://schemas.openxmlformats.org/officeDocument/2006/relationships/slideLayout" Target="../slideLayouts/slideLayout77.xml"/><Relationship Id="rId35" Type="http://schemas.openxmlformats.org/officeDocument/2006/relationships/slideLayout" Target="../slideLayouts/slideLayout80.xml"/><Relationship Id="rId34" Type="http://schemas.openxmlformats.org/officeDocument/2006/relationships/slideLayout" Target="../slideLayouts/slideLayout79.xml"/><Relationship Id="rId37" Type="http://schemas.openxmlformats.org/officeDocument/2006/relationships/slideLayout" Target="../slideLayouts/slideLayout82.xml"/><Relationship Id="rId36" Type="http://schemas.openxmlformats.org/officeDocument/2006/relationships/slideLayout" Target="../slideLayouts/slideLayout81.xml"/><Relationship Id="rId39" Type="http://schemas.openxmlformats.org/officeDocument/2006/relationships/slideLayout" Target="../slideLayouts/slideLayout84.xml"/><Relationship Id="rId38" Type="http://schemas.openxmlformats.org/officeDocument/2006/relationships/slideLayout" Target="../slideLayouts/slideLayout83.xml"/><Relationship Id="rId20" Type="http://schemas.openxmlformats.org/officeDocument/2006/relationships/slideLayout" Target="../slideLayouts/slideLayout65.xml"/><Relationship Id="rId22" Type="http://schemas.openxmlformats.org/officeDocument/2006/relationships/slideLayout" Target="../slideLayouts/slideLayout67.xml"/><Relationship Id="rId21" Type="http://schemas.openxmlformats.org/officeDocument/2006/relationships/slideLayout" Target="../slideLayouts/slideLayout66.xml"/><Relationship Id="rId24" Type="http://schemas.openxmlformats.org/officeDocument/2006/relationships/slideLayout" Target="../slideLayouts/slideLayout69.xml"/><Relationship Id="rId23" Type="http://schemas.openxmlformats.org/officeDocument/2006/relationships/slideLayout" Target="../slideLayouts/slideLayout68.xml"/><Relationship Id="rId26" Type="http://schemas.openxmlformats.org/officeDocument/2006/relationships/slideLayout" Target="../slideLayouts/slideLayout71.xml"/><Relationship Id="rId25" Type="http://schemas.openxmlformats.org/officeDocument/2006/relationships/slideLayout" Target="../slideLayouts/slideLayout70.xml"/><Relationship Id="rId28" Type="http://schemas.openxmlformats.org/officeDocument/2006/relationships/slideLayout" Target="../slideLayouts/slideLayout73.xml"/><Relationship Id="rId27" Type="http://schemas.openxmlformats.org/officeDocument/2006/relationships/slideLayout" Target="../slideLayouts/slideLayout72.xml"/><Relationship Id="rId29" Type="http://schemas.openxmlformats.org/officeDocument/2006/relationships/slideLayout" Target="../slideLayouts/slideLayout74.xml"/><Relationship Id="rId50" Type="http://schemas.openxmlformats.org/officeDocument/2006/relationships/theme" Target="../theme/theme1.xml"/><Relationship Id="rId11" Type="http://schemas.openxmlformats.org/officeDocument/2006/relationships/slideLayout" Target="../slideLayouts/slideLayout56.xml"/><Relationship Id="rId10" Type="http://schemas.openxmlformats.org/officeDocument/2006/relationships/slideLayout" Target="../slideLayouts/slideLayout55.xml"/><Relationship Id="rId13" Type="http://schemas.openxmlformats.org/officeDocument/2006/relationships/slideLayout" Target="../slideLayouts/slideLayout58.xml"/><Relationship Id="rId12" Type="http://schemas.openxmlformats.org/officeDocument/2006/relationships/slideLayout" Target="../slideLayouts/slideLayout57.xml"/><Relationship Id="rId15" Type="http://schemas.openxmlformats.org/officeDocument/2006/relationships/slideLayout" Target="../slideLayouts/slideLayout60.xml"/><Relationship Id="rId14" Type="http://schemas.openxmlformats.org/officeDocument/2006/relationships/slideLayout" Target="../slideLayouts/slideLayout59.xml"/><Relationship Id="rId17" Type="http://schemas.openxmlformats.org/officeDocument/2006/relationships/slideLayout" Target="../slideLayouts/slideLayout62.xml"/><Relationship Id="rId16" Type="http://schemas.openxmlformats.org/officeDocument/2006/relationships/slideLayout" Target="../slideLayouts/slideLayout61.xml"/><Relationship Id="rId19" Type="http://schemas.openxmlformats.org/officeDocument/2006/relationships/slideLayout" Target="../slideLayouts/slideLayout64.xml"/><Relationship Id="rId18"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 name="Google Shape;7;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8" name="Google Shape;8;p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0" name="Google Shape;10;p1"/>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1" name="Google Shape;11;p1"/>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2" name="Google Shape;12;p1"/>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357" name="Shape 357"/>
        <p:cNvGrpSpPr/>
        <p:nvPr/>
      </p:nvGrpSpPr>
      <p:grpSpPr>
        <a:xfrm>
          <a:off x="0" y="0"/>
          <a:ext cx="0" cy="0"/>
          <a:chOff x="0" y="0"/>
          <a:chExt cx="0" cy="0"/>
        </a:xfrm>
      </p:grpSpPr>
      <p:sp>
        <p:nvSpPr>
          <p:cNvPr id="358" name="Google Shape;358;p47"/>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359" name="Google Shape;359;p47"/>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360" name="Google Shape;360;p47"/>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 id="2147483727" r:id="rId35"/>
    <p:sldLayoutId id="2147483728" r:id="rId36"/>
    <p:sldLayoutId id="2147483729" r:id="rId37"/>
    <p:sldLayoutId id="2147483730" r:id="rId38"/>
    <p:sldLayoutId id="2147483731" r:id="rId39"/>
    <p:sldLayoutId id="2147483732" r:id="rId40"/>
    <p:sldLayoutId id="2147483733" r:id="rId41"/>
    <p:sldLayoutId id="2147483734" r:id="rId42"/>
    <p:sldLayoutId id="2147483735" r:id="rId43"/>
    <p:sldLayoutId id="2147483736" r:id="rId44"/>
    <p:sldLayoutId id="2147483737" r:id="rId45"/>
    <p:sldLayoutId id="2147483738" r:id="rId46"/>
    <p:sldLayoutId id="2147483739" r:id="rId47"/>
    <p:sldLayoutId id="2147483740" r:id="rId48"/>
    <p:sldLayoutId id="2147483741"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97"/>
          <p:cNvSpPr txBox="1"/>
          <p:nvPr>
            <p:ph idx="2" type="subTitle"/>
          </p:nvPr>
        </p:nvSpPr>
        <p:spPr>
          <a:xfrm>
            <a:off x="138475" y="228600"/>
            <a:ext cx="2164500" cy="868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Boston University</a:t>
            </a:r>
            <a:endParaRPr>
              <a:latin typeface="Sora"/>
              <a:ea typeface="Sora"/>
              <a:cs typeface="Sora"/>
              <a:sym typeface="Sora"/>
            </a:endParaRPr>
          </a:p>
          <a:p>
            <a:pPr indent="0" lvl="0" marL="0" rtl="0" algn="l">
              <a:lnSpc>
                <a:spcPct val="115000"/>
              </a:lnSpc>
              <a:spcBef>
                <a:spcPts val="0"/>
              </a:spcBef>
              <a:spcAft>
                <a:spcPts val="0"/>
              </a:spcAft>
              <a:buNone/>
            </a:pPr>
            <a:r>
              <a:rPr lang="en">
                <a:latin typeface="Sora"/>
                <a:ea typeface="Sora"/>
                <a:cs typeface="Sora"/>
                <a:sym typeface="Sora"/>
              </a:rPr>
              <a:t>Yigong Hu</a:t>
            </a:r>
            <a:endParaRPr>
              <a:latin typeface="Sora"/>
              <a:ea typeface="Sora"/>
              <a:cs typeface="Sora"/>
              <a:sym typeface="Sora"/>
            </a:endParaRPr>
          </a:p>
          <a:p>
            <a:pPr indent="0" lvl="0" marL="0" rtl="0" algn="l">
              <a:lnSpc>
                <a:spcPct val="115000"/>
              </a:lnSpc>
              <a:spcBef>
                <a:spcPts val="0"/>
              </a:spcBef>
              <a:spcAft>
                <a:spcPts val="0"/>
              </a:spcAft>
              <a:buNone/>
            </a:pPr>
            <a:r>
              <a:rPr lang="en">
                <a:latin typeface="Sora"/>
                <a:ea typeface="Sora"/>
                <a:cs typeface="Sora"/>
                <a:sym typeface="Sora"/>
              </a:rPr>
              <a:t>EC528</a:t>
            </a:r>
            <a:endParaRPr>
              <a:latin typeface="Sora"/>
              <a:ea typeface="Sora"/>
              <a:cs typeface="Sora"/>
              <a:sym typeface="Sora"/>
            </a:endParaRPr>
          </a:p>
          <a:p>
            <a:pPr indent="0" lvl="0" marL="0" rtl="0" algn="l">
              <a:lnSpc>
                <a:spcPct val="115000"/>
              </a:lnSpc>
              <a:spcBef>
                <a:spcPts val="0"/>
              </a:spcBef>
              <a:spcAft>
                <a:spcPts val="0"/>
              </a:spcAft>
              <a:buNone/>
            </a:pPr>
            <a:r>
              <a:rPr lang="en">
                <a:latin typeface="Sora"/>
                <a:ea typeface="Sora"/>
                <a:cs typeface="Sora"/>
                <a:sym typeface="Sora"/>
              </a:rPr>
              <a:t>2026/02/25</a:t>
            </a:r>
            <a:endParaRPr>
              <a:latin typeface="Sora"/>
              <a:ea typeface="Sora"/>
              <a:cs typeface="Sora"/>
              <a:sym typeface="Sora"/>
            </a:endParaRPr>
          </a:p>
        </p:txBody>
      </p:sp>
      <p:sp>
        <p:nvSpPr>
          <p:cNvPr id="1241" name="Google Shape;1241;p97"/>
          <p:cNvSpPr txBox="1"/>
          <p:nvPr>
            <p:ph type="title"/>
          </p:nvPr>
        </p:nvSpPr>
        <p:spPr>
          <a:xfrm>
            <a:off x="124950" y="3032225"/>
            <a:ext cx="58767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7600">
                <a:solidFill>
                  <a:schemeClr val="dk2"/>
                </a:solidFill>
              </a:rPr>
              <a:t>RAG_StormX</a:t>
            </a:r>
            <a:endParaRPr sz="7600">
              <a:solidFill>
                <a:schemeClr val="dk2"/>
              </a:solidFill>
            </a:endParaRPr>
          </a:p>
        </p:txBody>
      </p:sp>
      <p:sp>
        <p:nvSpPr>
          <p:cNvPr id="1242" name="Google Shape;1242;p97"/>
          <p:cNvSpPr txBox="1"/>
          <p:nvPr>
            <p:ph idx="1" type="subTitle"/>
          </p:nvPr>
        </p:nvSpPr>
        <p:spPr>
          <a:xfrm>
            <a:off x="184500" y="4009000"/>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Sora"/>
                <a:ea typeface="Sora"/>
                <a:cs typeface="Sora"/>
                <a:sym typeface="Sora"/>
              </a:rPr>
              <a:t>Distributed KV Store for RAG in the Cloud</a:t>
            </a:r>
            <a:endParaRPr>
              <a:latin typeface="Sora"/>
              <a:ea typeface="Sora"/>
              <a:cs typeface="Sora"/>
              <a:sym typeface="Sora"/>
            </a:endParaRPr>
          </a:p>
        </p:txBody>
      </p:sp>
      <p:sp>
        <p:nvSpPr>
          <p:cNvPr id="1243" name="Google Shape;1243;p97"/>
          <p:cNvSpPr txBox="1"/>
          <p:nvPr/>
        </p:nvSpPr>
        <p:spPr>
          <a:xfrm>
            <a:off x="184500" y="4575725"/>
            <a:ext cx="4593600" cy="33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Sora"/>
                <a:ea typeface="Sora"/>
                <a:cs typeface="Sora"/>
                <a:sym typeface="Sora"/>
              </a:rPr>
              <a:t>Darwin Quizhpi, Selina Yan, Zhakhangir, Jiafei, Nanyu  </a:t>
            </a:r>
            <a:endParaRPr sz="1000">
              <a:solidFill>
                <a:schemeClr val="dk2"/>
              </a:solidFill>
              <a:latin typeface="Sora"/>
              <a:ea typeface="Sora"/>
              <a:cs typeface="Sora"/>
              <a:sym typeface="Sora"/>
            </a:endParaRPr>
          </a:p>
        </p:txBody>
      </p:sp>
      <p:sp>
        <p:nvSpPr>
          <p:cNvPr id="1244" name="Google Shape;1244;p97"/>
          <p:cNvSpPr txBox="1"/>
          <p:nvPr/>
        </p:nvSpPr>
        <p:spPr>
          <a:xfrm>
            <a:off x="0" y="47742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Sora"/>
                <a:ea typeface="Sora"/>
                <a:cs typeface="Sora"/>
                <a:sym typeface="Sora"/>
              </a:rPr>
              <a:t>1</a:t>
            </a:r>
            <a:r>
              <a:rPr lang="en" sz="1200">
                <a:solidFill>
                  <a:schemeClr val="dk1"/>
                </a:solidFill>
                <a:latin typeface="Sora"/>
                <a:ea typeface="Sora"/>
                <a:cs typeface="Sora"/>
                <a:sym typeface="Sora"/>
              </a:rPr>
              <a:t>.</a:t>
            </a:r>
            <a:endParaRPr sz="1200">
              <a:solidFill>
                <a:schemeClr val="dk1"/>
              </a:solidFill>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98"/>
          <p:cNvSpPr txBox="1"/>
          <p:nvPr/>
        </p:nvSpPr>
        <p:spPr>
          <a:xfrm>
            <a:off x="155350" y="303475"/>
            <a:ext cx="1627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Sora"/>
              <a:ea typeface="Sora"/>
              <a:cs typeface="Sora"/>
              <a:sym typeface="Sora"/>
            </a:endParaRPr>
          </a:p>
        </p:txBody>
      </p:sp>
      <p:sp>
        <p:nvSpPr>
          <p:cNvPr id="1250" name="Google Shape;1250;p98"/>
          <p:cNvSpPr txBox="1"/>
          <p:nvPr>
            <p:ph idx="7" type="title"/>
          </p:nvPr>
        </p:nvSpPr>
        <p:spPr>
          <a:xfrm>
            <a:off x="70875" y="278950"/>
            <a:ext cx="2992500" cy="58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600"/>
              <a:t>Background</a:t>
            </a:r>
            <a:endParaRPr sz="3600"/>
          </a:p>
        </p:txBody>
      </p:sp>
      <p:sp>
        <p:nvSpPr>
          <p:cNvPr id="1251" name="Google Shape;1251;p98"/>
          <p:cNvSpPr txBox="1"/>
          <p:nvPr>
            <p:ph idx="4294967295" type="subTitle"/>
          </p:nvPr>
        </p:nvSpPr>
        <p:spPr>
          <a:xfrm>
            <a:off x="198600" y="737250"/>
            <a:ext cx="2225100" cy="41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IBM Plex Sans"/>
                <a:ea typeface="IBM Plex Sans"/>
                <a:cs typeface="IBM Plex Sans"/>
                <a:sym typeface="IBM Plex Sans"/>
              </a:rPr>
              <a:t>Vector Database:</a:t>
            </a:r>
            <a:endParaRPr/>
          </a:p>
        </p:txBody>
      </p:sp>
      <p:sp>
        <p:nvSpPr>
          <p:cNvPr id="1252" name="Google Shape;1252;p98"/>
          <p:cNvSpPr txBox="1"/>
          <p:nvPr/>
        </p:nvSpPr>
        <p:spPr>
          <a:xfrm>
            <a:off x="4478195" y="2128978"/>
            <a:ext cx="11481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chemeClr val="lt1"/>
                </a:solidFill>
                <a:latin typeface="IBM Plex Sans"/>
                <a:ea typeface="IBM Plex Sans"/>
                <a:cs typeface="IBM Plex Sans"/>
                <a:sym typeface="IBM Plex Sans"/>
              </a:rPr>
              <a:t>RAG:</a:t>
            </a:r>
            <a:endParaRPr/>
          </a:p>
        </p:txBody>
      </p:sp>
      <p:sp>
        <p:nvSpPr>
          <p:cNvPr id="1253" name="Google Shape;1253;p98"/>
          <p:cNvSpPr txBox="1"/>
          <p:nvPr>
            <p:ph idx="4294967295" type="body"/>
          </p:nvPr>
        </p:nvSpPr>
        <p:spPr>
          <a:xfrm>
            <a:off x="4323250" y="1168426"/>
            <a:ext cx="4326600" cy="926700"/>
          </a:xfrm>
          <a:prstGeom prst="rect">
            <a:avLst/>
          </a:prstGeom>
        </p:spPr>
        <p:txBody>
          <a:bodyPr anchorCtr="0" anchor="t" bIns="91425" lIns="91425" spcFirstLastPara="1" rIns="91425" wrap="square" tIns="91425">
            <a:spAutoFit/>
          </a:bodyPr>
          <a:lstStyle/>
          <a:p>
            <a:pPr indent="-336550" lvl="0" marL="457200" rtl="0" algn="l">
              <a:spcBef>
                <a:spcPts val="1200"/>
              </a:spcBef>
              <a:spcAft>
                <a:spcPts val="0"/>
              </a:spcAft>
              <a:buClr>
                <a:srgbClr val="000000"/>
              </a:buClr>
              <a:buSzPts val="1700"/>
              <a:buFont typeface="IBM Plex Sans"/>
              <a:buChar char="●"/>
            </a:pPr>
            <a:r>
              <a:rPr lang="en" sz="1600">
                <a:latin typeface="IBM Plex Sans"/>
                <a:ea typeface="IBM Plex Sans"/>
                <a:cs typeface="IBM Plex Sans"/>
                <a:sym typeface="IBM Plex Sans"/>
              </a:rPr>
              <a:t>Graph-based </a:t>
            </a:r>
            <a:r>
              <a:rPr lang="en" sz="1100">
                <a:latin typeface="IBM Plex Sans"/>
                <a:ea typeface="IBM Plex Sans"/>
                <a:cs typeface="IBM Plex Sans"/>
                <a:sym typeface="IBM Plex Sans"/>
              </a:rPr>
              <a:t>(e.g. HNSW Hierarchical Navigable Small World Graph)</a:t>
            </a:r>
            <a:endParaRPr sz="1100">
              <a:latin typeface="IBM Plex Sans"/>
              <a:ea typeface="IBM Plex Sans"/>
              <a:cs typeface="IBM Plex Sans"/>
              <a:sym typeface="IBM Plex Sans"/>
            </a:endParaRPr>
          </a:p>
          <a:p>
            <a:pPr indent="-330200" lvl="0" marL="457200" rtl="0" algn="l">
              <a:spcBef>
                <a:spcPts val="0"/>
              </a:spcBef>
              <a:spcAft>
                <a:spcPts val="0"/>
              </a:spcAft>
              <a:buClr>
                <a:srgbClr val="000000"/>
              </a:buClr>
              <a:buSzPts val="1600"/>
              <a:buFont typeface="IBM Plex Sans"/>
              <a:buChar char="●"/>
            </a:pPr>
            <a:r>
              <a:rPr lang="en" sz="1600">
                <a:latin typeface="IBM Plex Sans"/>
                <a:ea typeface="IBM Plex Sans"/>
                <a:cs typeface="IBM Plex Sans"/>
                <a:sym typeface="IBM Plex Sans"/>
              </a:rPr>
              <a:t>Clustered-based (</a:t>
            </a:r>
            <a:r>
              <a:rPr lang="en" sz="1300">
                <a:latin typeface="IBM Plex Sans"/>
                <a:ea typeface="IBM Plex Sans"/>
                <a:cs typeface="IBM Plex Sans"/>
                <a:sym typeface="IBM Plex Sans"/>
              </a:rPr>
              <a:t>What is used in SPTAG</a:t>
            </a:r>
            <a:r>
              <a:rPr lang="en" sz="1600">
                <a:latin typeface="IBM Plex Sans"/>
                <a:ea typeface="IBM Plex Sans"/>
                <a:cs typeface="IBM Plex Sans"/>
                <a:sym typeface="IBM Plex Sans"/>
              </a:rPr>
              <a:t>)</a:t>
            </a:r>
            <a:endParaRPr sz="1000"/>
          </a:p>
        </p:txBody>
      </p:sp>
      <p:pic>
        <p:nvPicPr>
          <p:cNvPr id="1254" name="Google Shape;1254;p98"/>
          <p:cNvPicPr preferRelativeResize="0"/>
          <p:nvPr/>
        </p:nvPicPr>
        <p:blipFill>
          <a:blip r:embed="rId3">
            <a:alphaModFix/>
          </a:blip>
          <a:stretch>
            <a:fillRect/>
          </a:stretch>
        </p:blipFill>
        <p:spPr>
          <a:xfrm>
            <a:off x="4545600" y="2571750"/>
            <a:ext cx="4326602" cy="2106564"/>
          </a:xfrm>
          <a:prstGeom prst="rect">
            <a:avLst/>
          </a:prstGeom>
          <a:noFill/>
          <a:ln cap="flat" cmpd="sng" w="9525">
            <a:solidFill>
              <a:schemeClr val="accent2"/>
            </a:solidFill>
            <a:prstDash val="solid"/>
            <a:round/>
            <a:headEnd len="sm" w="sm" type="none"/>
            <a:tailEnd len="sm" w="sm" type="none"/>
          </a:ln>
        </p:spPr>
      </p:pic>
      <p:sp>
        <p:nvSpPr>
          <p:cNvPr id="1255" name="Google Shape;1255;p98"/>
          <p:cNvSpPr txBox="1"/>
          <p:nvPr>
            <p:ph idx="4294967295" type="subTitle"/>
          </p:nvPr>
        </p:nvSpPr>
        <p:spPr>
          <a:xfrm>
            <a:off x="198600" y="2882494"/>
            <a:ext cx="1976400" cy="41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IBM Plex Sans"/>
                <a:ea typeface="IBM Plex Sans"/>
                <a:cs typeface="IBM Plex Sans"/>
                <a:sym typeface="IBM Plex Sans"/>
              </a:rPr>
              <a:t>ANN search:</a:t>
            </a:r>
            <a:endParaRPr/>
          </a:p>
        </p:txBody>
      </p:sp>
      <p:sp>
        <p:nvSpPr>
          <p:cNvPr id="1256" name="Google Shape;1256;p98"/>
          <p:cNvSpPr txBox="1"/>
          <p:nvPr>
            <p:ph idx="4294967295" type="body"/>
          </p:nvPr>
        </p:nvSpPr>
        <p:spPr>
          <a:xfrm>
            <a:off x="70878" y="3148305"/>
            <a:ext cx="4186200" cy="1957200"/>
          </a:xfrm>
          <a:prstGeom prst="rect">
            <a:avLst/>
          </a:prstGeom>
        </p:spPr>
        <p:txBody>
          <a:bodyPr anchorCtr="0" anchor="t" bIns="91425" lIns="91425" spcFirstLastPara="1" rIns="91425" wrap="square" tIns="91425">
            <a:spAutoFit/>
          </a:bodyPr>
          <a:lstStyle/>
          <a:p>
            <a:pPr indent="-342900" lvl="0" marL="457200" rtl="0" algn="l">
              <a:spcBef>
                <a:spcPts val="1200"/>
              </a:spcBef>
              <a:spcAft>
                <a:spcPts val="0"/>
              </a:spcAft>
              <a:buClr>
                <a:srgbClr val="000000"/>
              </a:buClr>
              <a:buSzPts val="1800"/>
              <a:buFont typeface="IBM Plex Sans"/>
              <a:buChar char="●"/>
            </a:pPr>
            <a:r>
              <a:rPr lang="en" sz="1500">
                <a:solidFill>
                  <a:srgbClr val="3D4F58"/>
                </a:solidFill>
                <a:latin typeface="Arial"/>
                <a:ea typeface="Arial"/>
                <a:cs typeface="Arial"/>
                <a:sym typeface="Arial"/>
              </a:rPr>
              <a:t>Approximate nearest neighbor search and a technique used in vector databases </a:t>
            </a:r>
            <a:endParaRPr sz="1500">
              <a:solidFill>
                <a:srgbClr val="3D4F58"/>
              </a:solidFill>
              <a:latin typeface="Arial"/>
              <a:ea typeface="Arial"/>
              <a:cs typeface="Arial"/>
              <a:sym typeface="Arial"/>
            </a:endParaRPr>
          </a:p>
          <a:p>
            <a:pPr indent="-342900" lvl="0" marL="457200" rtl="0" algn="l">
              <a:spcBef>
                <a:spcPts val="0"/>
              </a:spcBef>
              <a:spcAft>
                <a:spcPts val="0"/>
              </a:spcAft>
              <a:buClr>
                <a:srgbClr val="000000"/>
              </a:buClr>
              <a:buSzPts val="1800"/>
              <a:buFont typeface="IBM Plex Sans"/>
              <a:buChar char="●"/>
            </a:pPr>
            <a:r>
              <a:rPr lang="en" sz="1500">
                <a:solidFill>
                  <a:srgbClr val="3D4F58"/>
                </a:solidFill>
                <a:latin typeface="Arial"/>
                <a:ea typeface="Arial"/>
                <a:cs typeface="Arial"/>
                <a:sym typeface="Arial"/>
              </a:rPr>
              <a:t>Finds data </a:t>
            </a:r>
            <a:r>
              <a:rPr lang="en" sz="1500">
                <a:solidFill>
                  <a:srgbClr val="3D4F58"/>
                </a:solidFill>
                <a:latin typeface="Arial"/>
                <a:ea typeface="Arial"/>
                <a:cs typeface="Arial"/>
                <a:sym typeface="Arial"/>
              </a:rPr>
              <a:t>points</a:t>
            </a:r>
            <a:r>
              <a:rPr lang="en" sz="1500">
                <a:solidFill>
                  <a:srgbClr val="3D4F58"/>
                </a:solidFill>
                <a:latin typeface="Arial"/>
                <a:ea typeface="Arial"/>
                <a:cs typeface="Arial"/>
                <a:sym typeface="Arial"/>
              </a:rPr>
              <a:t> closest to a given query point</a:t>
            </a:r>
            <a:endParaRPr sz="1500">
              <a:solidFill>
                <a:srgbClr val="3D4F58"/>
              </a:solidFill>
              <a:latin typeface="Arial"/>
              <a:ea typeface="Arial"/>
              <a:cs typeface="Arial"/>
              <a:sym typeface="Arial"/>
            </a:endParaRPr>
          </a:p>
          <a:p>
            <a:pPr indent="-323850" lvl="0" marL="457200" rtl="0" algn="l">
              <a:spcBef>
                <a:spcPts val="0"/>
              </a:spcBef>
              <a:spcAft>
                <a:spcPts val="0"/>
              </a:spcAft>
              <a:buClr>
                <a:srgbClr val="3D4F58"/>
              </a:buClr>
              <a:buSzPts val="1500"/>
              <a:buFont typeface="Arial"/>
              <a:buChar char="●"/>
            </a:pPr>
            <a:r>
              <a:rPr lang="en" sz="1500">
                <a:solidFill>
                  <a:srgbClr val="3D4F58"/>
                </a:solidFill>
                <a:latin typeface="Arial"/>
                <a:ea typeface="Arial"/>
                <a:cs typeface="Arial"/>
                <a:sym typeface="Arial"/>
              </a:rPr>
              <a:t>Trading correctness for </a:t>
            </a:r>
            <a:r>
              <a:rPr lang="en" sz="1500">
                <a:solidFill>
                  <a:srgbClr val="3D4F58"/>
                </a:solidFill>
                <a:latin typeface="Arial"/>
                <a:ea typeface="Arial"/>
                <a:cs typeface="Arial"/>
                <a:sym typeface="Arial"/>
              </a:rPr>
              <a:t>availability</a:t>
            </a:r>
            <a:endParaRPr sz="1500">
              <a:solidFill>
                <a:srgbClr val="3D4F58"/>
              </a:solidFill>
              <a:latin typeface="Arial"/>
              <a:ea typeface="Arial"/>
              <a:cs typeface="Arial"/>
              <a:sym typeface="Arial"/>
            </a:endParaRPr>
          </a:p>
          <a:p>
            <a:pPr indent="0" lvl="0" marL="0" rtl="0" algn="l">
              <a:spcBef>
                <a:spcPts val="1200"/>
              </a:spcBef>
              <a:spcAft>
                <a:spcPts val="800"/>
              </a:spcAft>
              <a:buNone/>
            </a:pPr>
            <a:r>
              <a:t/>
            </a:r>
            <a:endParaRPr/>
          </a:p>
        </p:txBody>
      </p:sp>
      <p:sp>
        <p:nvSpPr>
          <p:cNvPr id="1257" name="Google Shape;1257;p98"/>
          <p:cNvSpPr txBox="1"/>
          <p:nvPr/>
        </p:nvSpPr>
        <p:spPr>
          <a:xfrm>
            <a:off x="294850" y="1321925"/>
            <a:ext cx="39249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400"/>
              </a:spcAft>
              <a:buNone/>
            </a:pPr>
            <a:r>
              <a:t/>
            </a:r>
            <a:endParaRPr sz="1600"/>
          </a:p>
        </p:txBody>
      </p:sp>
      <p:sp>
        <p:nvSpPr>
          <p:cNvPr id="1258" name="Google Shape;1258;p98"/>
          <p:cNvSpPr txBox="1"/>
          <p:nvPr>
            <p:ph idx="4294967295" type="subTitle"/>
          </p:nvPr>
        </p:nvSpPr>
        <p:spPr>
          <a:xfrm>
            <a:off x="4323250" y="754125"/>
            <a:ext cx="1976400" cy="41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IBM Plex Sans"/>
                <a:ea typeface="IBM Plex Sans"/>
                <a:cs typeface="IBM Plex Sans"/>
                <a:sym typeface="IBM Plex Sans"/>
              </a:rPr>
              <a:t>Index Type:</a:t>
            </a:r>
            <a:endParaRPr/>
          </a:p>
        </p:txBody>
      </p:sp>
      <p:sp>
        <p:nvSpPr>
          <p:cNvPr id="1259" name="Google Shape;1259;p98"/>
          <p:cNvSpPr txBox="1"/>
          <p:nvPr>
            <p:ph idx="4294967295" type="body"/>
          </p:nvPr>
        </p:nvSpPr>
        <p:spPr>
          <a:xfrm>
            <a:off x="236700" y="1132075"/>
            <a:ext cx="3924900" cy="17433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Clr>
                <a:srgbClr val="3D4F58"/>
              </a:buClr>
              <a:buSzPts val="1500"/>
              <a:buFont typeface="Arial"/>
              <a:buChar char="●"/>
            </a:pPr>
            <a:r>
              <a:rPr lang="en" sz="1500">
                <a:solidFill>
                  <a:srgbClr val="3D4F58"/>
                </a:solidFill>
                <a:latin typeface="Arial"/>
                <a:ea typeface="Arial"/>
                <a:cs typeface="Arial"/>
                <a:sym typeface="Arial"/>
              </a:rPr>
              <a:t>S</a:t>
            </a:r>
            <a:r>
              <a:rPr lang="en" sz="1500">
                <a:solidFill>
                  <a:srgbClr val="3D4F58"/>
                </a:solidFill>
                <a:latin typeface="Arial"/>
                <a:ea typeface="Arial"/>
                <a:cs typeface="Arial"/>
                <a:sym typeface="Arial"/>
              </a:rPr>
              <a:t>tores, indexes, and manages high-dimensional vector embeddings (numerical representations of data) </a:t>
            </a:r>
            <a:endParaRPr sz="1500">
              <a:solidFill>
                <a:srgbClr val="3D4F58"/>
              </a:solidFill>
              <a:latin typeface="Arial"/>
              <a:ea typeface="Arial"/>
              <a:cs typeface="Arial"/>
              <a:sym typeface="Arial"/>
            </a:endParaRPr>
          </a:p>
          <a:p>
            <a:pPr indent="-323850" lvl="0" marL="457200" rtl="0" algn="l">
              <a:spcBef>
                <a:spcPts val="0"/>
              </a:spcBef>
              <a:spcAft>
                <a:spcPts val="0"/>
              </a:spcAft>
              <a:buClr>
                <a:srgbClr val="3D4F58"/>
              </a:buClr>
              <a:buSzPts val="1500"/>
              <a:buFont typeface="Arial"/>
              <a:buChar char="●"/>
            </a:pPr>
            <a:r>
              <a:rPr lang="en" sz="1500">
                <a:solidFill>
                  <a:srgbClr val="3D4F58"/>
                </a:solidFill>
                <a:latin typeface="Arial"/>
                <a:ea typeface="Arial"/>
                <a:cs typeface="Arial"/>
                <a:sym typeface="Arial"/>
              </a:rPr>
              <a:t>This enable fast semantic search, rather than relying on exact keyword matches</a:t>
            </a:r>
            <a:endParaRPr sz="1500">
              <a:solidFill>
                <a:srgbClr val="3D4F58"/>
              </a:solidFill>
              <a:latin typeface="Arial"/>
              <a:ea typeface="Arial"/>
              <a:cs typeface="Arial"/>
              <a:sym typeface="Arial"/>
            </a:endParaRPr>
          </a:p>
        </p:txBody>
      </p:sp>
      <p:sp>
        <p:nvSpPr>
          <p:cNvPr id="1260" name="Google Shape;1260;p98"/>
          <p:cNvSpPr txBox="1"/>
          <p:nvPr/>
        </p:nvSpPr>
        <p:spPr>
          <a:xfrm>
            <a:off x="0" y="472767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Sora"/>
                <a:ea typeface="Sora"/>
                <a:cs typeface="Sora"/>
                <a:sym typeface="Sora"/>
              </a:rPr>
              <a:t>2</a:t>
            </a: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4" name="Shape 1264"/>
        <p:cNvGrpSpPr/>
        <p:nvPr/>
      </p:nvGrpSpPr>
      <p:grpSpPr>
        <a:xfrm>
          <a:off x="0" y="0"/>
          <a:ext cx="0" cy="0"/>
          <a:chOff x="0" y="0"/>
          <a:chExt cx="0" cy="0"/>
        </a:xfrm>
      </p:grpSpPr>
      <p:sp>
        <p:nvSpPr>
          <p:cNvPr id="1265" name="Google Shape;1265;p99"/>
          <p:cNvSpPr txBox="1"/>
          <p:nvPr>
            <p:ph idx="4294967295" type="body"/>
          </p:nvPr>
        </p:nvSpPr>
        <p:spPr>
          <a:xfrm>
            <a:off x="354725" y="1295650"/>
            <a:ext cx="2625000" cy="30723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Clr>
                <a:srgbClr val="000000"/>
              </a:buClr>
              <a:buSzPts val="1700"/>
              <a:buFont typeface="IBM Plex Sans"/>
              <a:buChar char="●"/>
            </a:pPr>
            <a:r>
              <a:rPr lang="en" sz="1800">
                <a:latin typeface="IBM Plex Sans"/>
                <a:ea typeface="IBM Plex Sans"/>
                <a:cs typeface="IBM Plex Sans"/>
                <a:sym typeface="IBM Plex Sans"/>
              </a:rPr>
              <a:t>Extremely high read throughput</a:t>
            </a:r>
            <a:endParaRPr sz="1800">
              <a:latin typeface="IBM Plex Sans"/>
              <a:ea typeface="IBM Plex Sans"/>
              <a:cs typeface="IBM Plex Sans"/>
              <a:sym typeface="IBM Plex Sans"/>
            </a:endParaRPr>
          </a:p>
          <a:p>
            <a:pPr indent="-336550" lvl="0" marL="457200" rtl="0" algn="l">
              <a:spcBef>
                <a:spcPts val="0"/>
              </a:spcBef>
              <a:spcAft>
                <a:spcPts val="0"/>
              </a:spcAft>
              <a:buClr>
                <a:srgbClr val="000000"/>
              </a:buClr>
              <a:buSzPts val="1700"/>
              <a:buFont typeface="IBM Plex Sans"/>
              <a:buChar char="●"/>
            </a:pPr>
            <a:r>
              <a:rPr lang="en" sz="1800">
                <a:latin typeface="IBM Plex Sans"/>
                <a:ea typeface="IBM Plex Sans"/>
                <a:cs typeface="IBM Plex Sans"/>
                <a:sym typeface="IBM Plex Sans"/>
              </a:rPr>
              <a:t>Low tail latency (p95 / p99 critical)</a:t>
            </a:r>
            <a:endParaRPr sz="1800">
              <a:latin typeface="IBM Plex Sans"/>
              <a:ea typeface="IBM Plex Sans"/>
              <a:cs typeface="IBM Plex Sans"/>
              <a:sym typeface="IBM Plex Sans"/>
            </a:endParaRPr>
          </a:p>
          <a:p>
            <a:pPr indent="-336550" lvl="0" marL="457200" rtl="0" algn="l">
              <a:spcBef>
                <a:spcPts val="0"/>
              </a:spcBef>
              <a:spcAft>
                <a:spcPts val="0"/>
              </a:spcAft>
              <a:buClr>
                <a:srgbClr val="000000"/>
              </a:buClr>
              <a:buSzPts val="1700"/>
              <a:buFont typeface="IBM Plex Sans"/>
              <a:buChar char="●"/>
            </a:pPr>
            <a:r>
              <a:rPr lang="en" sz="1800">
                <a:latin typeface="IBM Plex Sans"/>
                <a:ea typeface="IBM Plex Sans"/>
                <a:cs typeface="IBM Plex Sans"/>
                <a:sym typeface="IBM Plex Sans"/>
              </a:rPr>
              <a:t>Horizontal scalability</a:t>
            </a:r>
            <a:endParaRPr sz="1800">
              <a:latin typeface="IBM Plex Sans"/>
              <a:ea typeface="IBM Plex Sans"/>
              <a:cs typeface="IBM Plex Sans"/>
              <a:sym typeface="IBM Plex Sans"/>
            </a:endParaRPr>
          </a:p>
          <a:p>
            <a:pPr indent="-336550" lvl="0" marL="457200" rtl="0" algn="l">
              <a:spcBef>
                <a:spcPts val="0"/>
              </a:spcBef>
              <a:spcAft>
                <a:spcPts val="0"/>
              </a:spcAft>
              <a:buClr>
                <a:srgbClr val="000000"/>
              </a:buClr>
              <a:buSzPts val="1700"/>
              <a:buFont typeface="IBM Plex Sans"/>
              <a:buChar char="●"/>
            </a:pPr>
            <a:r>
              <a:rPr lang="en" sz="1800">
                <a:latin typeface="IBM Plex Sans"/>
                <a:ea typeface="IBM Plex Sans"/>
                <a:cs typeface="IBM Plex Sans"/>
                <a:sym typeface="IBM Plex Sans"/>
              </a:rPr>
              <a:t>Cloud-native availability</a:t>
            </a:r>
            <a:endParaRPr sz="1800">
              <a:latin typeface="IBM Plex Sans"/>
              <a:ea typeface="IBM Plex Sans"/>
              <a:cs typeface="IBM Plex Sans"/>
              <a:sym typeface="IBM Plex Sans"/>
            </a:endParaRPr>
          </a:p>
          <a:p>
            <a:pPr indent="0" lvl="0" marL="0" rtl="0" algn="l">
              <a:spcBef>
                <a:spcPts val="1200"/>
              </a:spcBef>
              <a:spcAft>
                <a:spcPts val="800"/>
              </a:spcAft>
              <a:buNone/>
            </a:pPr>
            <a:r>
              <a:t/>
            </a:r>
            <a:endParaRPr/>
          </a:p>
        </p:txBody>
      </p:sp>
      <p:sp>
        <p:nvSpPr>
          <p:cNvPr id="1266" name="Google Shape;1266;p99"/>
          <p:cNvSpPr txBox="1"/>
          <p:nvPr>
            <p:ph idx="4294967295" type="subTitle"/>
          </p:nvPr>
        </p:nvSpPr>
        <p:spPr>
          <a:xfrm>
            <a:off x="115025" y="924050"/>
            <a:ext cx="2864700" cy="414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latin typeface="IBM Plex Sans"/>
                <a:ea typeface="IBM Plex Sans"/>
                <a:cs typeface="IBM Plex Sans"/>
                <a:sym typeface="IBM Plex Sans"/>
              </a:rPr>
              <a:t>RAG Requirements: </a:t>
            </a:r>
            <a:endParaRPr/>
          </a:p>
        </p:txBody>
      </p:sp>
      <p:sp>
        <p:nvSpPr>
          <p:cNvPr id="1267" name="Google Shape;1267;p99"/>
          <p:cNvSpPr txBox="1"/>
          <p:nvPr>
            <p:ph idx="4294967295" type="subTitle"/>
          </p:nvPr>
        </p:nvSpPr>
        <p:spPr>
          <a:xfrm>
            <a:off x="3253600" y="945350"/>
            <a:ext cx="2455500" cy="371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latin typeface="IBM Plex Sans"/>
                <a:ea typeface="IBM Plex Sans"/>
                <a:cs typeface="IBM Plex Sans"/>
                <a:sym typeface="IBM Plex Sans"/>
              </a:rPr>
              <a:t>Challenge:</a:t>
            </a:r>
            <a:endParaRPr b="1" sz="1800">
              <a:latin typeface="IBM Plex Sans"/>
              <a:ea typeface="IBM Plex Sans"/>
              <a:cs typeface="IBM Plex Sans"/>
              <a:sym typeface="IBM Plex Sans"/>
            </a:endParaRPr>
          </a:p>
          <a:p>
            <a:pPr indent="0" lvl="0" marL="0" rtl="0" algn="l">
              <a:spcBef>
                <a:spcPts val="0"/>
              </a:spcBef>
              <a:spcAft>
                <a:spcPts val="0"/>
              </a:spcAft>
              <a:buNone/>
            </a:pPr>
            <a:r>
              <a:t/>
            </a:r>
            <a:endParaRPr/>
          </a:p>
        </p:txBody>
      </p:sp>
      <p:sp>
        <p:nvSpPr>
          <p:cNvPr id="1268" name="Google Shape;1268;p99"/>
          <p:cNvSpPr txBox="1"/>
          <p:nvPr>
            <p:ph idx="4294967295" type="body"/>
          </p:nvPr>
        </p:nvSpPr>
        <p:spPr>
          <a:xfrm>
            <a:off x="3248675" y="1338350"/>
            <a:ext cx="2625000" cy="2373600"/>
          </a:xfrm>
          <a:prstGeom prst="rect">
            <a:avLst/>
          </a:prstGeom>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Clr>
                <a:srgbClr val="000000"/>
              </a:buClr>
              <a:buSzPts val="1700"/>
              <a:buFont typeface="IBM Plex Sans"/>
              <a:buChar char="●"/>
            </a:pPr>
            <a:r>
              <a:rPr lang="en" sz="1800">
                <a:latin typeface="IBM Plex Sans"/>
                <a:ea typeface="IBM Plex Sans"/>
                <a:cs typeface="IBM Plex Sans"/>
                <a:sym typeface="IBM Plex Sans"/>
              </a:rPr>
              <a:t>Existing KV stores are general-purpose</a:t>
            </a:r>
            <a:endParaRPr sz="1800">
              <a:latin typeface="IBM Plex Sans"/>
              <a:ea typeface="IBM Plex Sans"/>
              <a:cs typeface="IBM Plex Sans"/>
              <a:sym typeface="IBM Plex Sans"/>
            </a:endParaRPr>
          </a:p>
          <a:p>
            <a:pPr indent="-336550" lvl="0" marL="457200" rtl="0" algn="l">
              <a:lnSpc>
                <a:spcPct val="115000"/>
              </a:lnSpc>
              <a:spcBef>
                <a:spcPts val="0"/>
              </a:spcBef>
              <a:spcAft>
                <a:spcPts val="0"/>
              </a:spcAft>
              <a:buClr>
                <a:srgbClr val="000000"/>
              </a:buClr>
              <a:buSzPts val="1700"/>
              <a:buFont typeface="IBM Plex Sans"/>
              <a:buChar char="●"/>
            </a:pPr>
            <a:r>
              <a:rPr lang="en" sz="1800">
                <a:latin typeface="IBM Plex Sans"/>
                <a:ea typeface="IBM Plex Sans"/>
                <a:cs typeface="IBM Plex Sans"/>
                <a:sym typeface="IBM Plex Sans"/>
              </a:rPr>
              <a:t>Vector retrieval workloads have different access patterns</a:t>
            </a:r>
            <a:endParaRPr sz="1800">
              <a:latin typeface="IBM Plex Sans"/>
              <a:ea typeface="IBM Plex Sans"/>
              <a:cs typeface="IBM Plex Sans"/>
              <a:sym typeface="IBM Plex Sans"/>
            </a:endParaRPr>
          </a:p>
          <a:p>
            <a:pPr indent="0" lvl="0" marL="0" rtl="0" algn="l">
              <a:spcBef>
                <a:spcPts val="0"/>
              </a:spcBef>
              <a:spcAft>
                <a:spcPts val="0"/>
              </a:spcAft>
              <a:buNone/>
            </a:pPr>
            <a:r>
              <a:t/>
            </a:r>
            <a:endParaRPr sz="1800">
              <a:latin typeface="IBM Plex Sans"/>
              <a:ea typeface="IBM Plex Sans"/>
              <a:cs typeface="IBM Plex Sans"/>
              <a:sym typeface="IBM Plex Sans"/>
            </a:endParaRPr>
          </a:p>
          <a:p>
            <a:pPr indent="0" lvl="0" marL="0" rtl="0" algn="l">
              <a:spcBef>
                <a:spcPts val="0"/>
              </a:spcBef>
              <a:spcAft>
                <a:spcPts val="0"/>
              </a:spcAft>
              <a:buNone/>
            </a:pPr>
            <a:r>
              <a:t/>
            </a:r>
            <a:endParaRPr/>
          </a:p>
        </p:txBody>
      </p:sp>
      <p:sp>
        <p:nvSpPr>
          <p:cNvPr id="1269" name="Google Shape;1269;p99"/>
          <p:cNvSpPr txBox="1"/>
          <p:nvPr>
            <p:ph idx="4294967295" type="body"/>
          </p:nvPr>
        </p:nvSpPr>
        <p:spPr>
          <a:xfrm>
            <a:off x="6253325" y="1295650"/>
            <a:ext cx="2625000" cy="2373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Font typeface="IBM Plex Sans"/>
              <a:buChar char="●"/>
            </a:pPr>
            <a:r>
              <a:rPr lang="en" sz="1800">
                <a:latin typeface="IBM Plex Sans"/>
                <a:ea typeface="IBM Plex Sans"/>
                <a:cs typeface="IBM Plex Sans"/>
                <a:sym typeface="IBM Plex Sans"/>
              </a:rPr>
              <a:t>Build an optimized distributed KV backend for RAG that is able to use SPTAG and TIKV as a baseline for optimization.  </a:t>
            </a:r>
            <a:endParaRPr sz="1800">
              <a:latin typeface="IBM Plex Sans"/>
              <a:ea typeface="IBM Plex Sans"/>
              <a:cs typeface="IBM Plex Sans"/>
              <a:sym typeface="IBM Plex Sans"/>
            </a:endParaRPr>
          </a:p>
          <a:p>
            <a:pPr indent="0" lvl="0" marL="0" rtl="0" algn="l">
              <a:spcBef>
                <a:spcPts val="0"/>
              </a:spcBef>
              <a:spcAft>
                <a:spcPts val="0"/>
              </a:spcAft>
              <a:buNone/>
            </a:pPr>
            <a:r>
              <a:t/>
            </a:r>
            <a:endParaRPr/>
          </a:p>
        </p:txBody>
      </p:sp>
      <p:sp>
        <p:nvSpPr>
          <p:cNvPr id="1270" name="Google Shape;1270;p99"/>
          <p:cNvSpPr txBox="1"/>
          <p:nvPr>
            <p:ph idx="2" type="title"/>
          </p:nvPr>
        </p:nvSpPr>
        <p:spPr>
          <a:xfrm>
            <a:off x="70875" y="278950"/>
            <a:ext cx="6507000" cy="5802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3600"/>
              <a:t>Why are we doing this? </a:t>
            </a:r>
            <a:endParaRPr sz="3600"/>
          </a:p>
        </p:txBody>
      </p:sp>
      <p:sp>
        <p:nvSpPr>
          <p:cNvPr id="1271" name="Google Shape;1271;p99"/>
          <p:cNvSpPr txBox="1"/>
          <p:nvPr>
            <p:ph idx="4294967295" type="subTitle"/>
          </p:nvPr>
        </p:nvSpPr>
        <p:spPr>
          <a:xfrm>
            <a:off x="6080700" y="945350"/>
            <a:ext cx="2455500" cy="371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latin typeface="IBM Plex Sans"/>
                <a:ea typeface="IBM Plex Sans"/>
                <a:cs typeface="IBM Plex Sans"/>
                <a:sym typeface="IBM Plex Sans"/>
              </a:rPr>
              <a:t>Goal</a:t>
            </a:r>
            <a:r>
              <a:rPr b="1" lang="en" sz="1800">
                <a:latin typeface="IBM Plex Sans"/>
                <a:ea typeface="IBM Plex Sans"/>
                <a:cs typeface="IBM Plex Sans"/>
                <a:sym typeface="IBM Plex Sans"/>
              </a:rPr>
              <a:t>:</a:t>
            </a:r>
            <a:endParaRPr b="1" sz="1800">
              <a:latin typeface="IBM Plex Sans"/>
              <a:ea typeface="IBM Plex Sans"/>
              <a:cs typeface="IBM Plex Sans"/>
              <a:sym typeface="IBM Plex Sans"/>
            </a:endParaRPr>
          </a:p>
          <a:p>
            <a:pPr indent="0" lvl="0" marL="0" rtl="0" algn="l">
              <a:spcBef>
                <a:spcPts val="0"/>
              </a:spcBef>
              <a:spcAft>
                <a:spcPts val="0"/>
              </a:spcAft>
              <a:buNone/>
            </a:pPr>
            <a:r>
              <a:t/>
            </a:r>
            <a:endParaRPr/>
          </a:p>
        </p:txBody>
      </p:sp>
      <p:sp>
        <p:nvSpPr>
          <p:cNvPr id="1272" name="Google Shape;1272;p99"/>
          <p:cNvSpPr txBox="1"/>
          <p:nvPr/>
        </p:nvSpPr>
        <p:spPr>
          <a:xfrm>
            <a:off x="0" y="480445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Sora"/>
                <a:ea typeface="Sora"/>
                <a:cs typeface="Sora"/>
                <a:sym typeface="Sora"/>
              </a:rPr>
              <a:t>3.</a:t>
            </a:r>
            <a:endParaRPr sz="1200">
              <a:solidFill>
                <a:schemeClr val="lt1"/>
              </a:solidFill>
              <a:latin typeface="Sora"/>
              <a:ea typeface="Sora"/>
              <a:cs typeface="Sora"/>
              <a:sym typeface="S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100"/>
          <p:cNvSpPr txBox="1"/>
          <p:nvPr>
            <p:ph idx="3" type="title"/>
          </p:nvPr>
        </p:nvSpPr>
        <p:spPr>
          <a:xfrm>
            <a:off x="0" y="115500"/>
            <a:ext cx="75423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High level system Architecture </a:t>
            </a:r>
            <a:endParaRPr/>
          </a:p>
        </p:txBody>
      </p:sp>
      <p:sp>
        <p:nvSpPr>
          <p:cNvPr id="1278" name="Google Shape;1278;p100"/>
          <p:cNvSpPr/>
          <p:nvPr/>
        </p:nvSpPr>
        <p:spPr>
          <a:xfrm>
            <a:off x="1497563" y="798900"/>
            <a:ext cx="2291400" cy="1082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ra"/>
                <a:ea typeface="Sora"/>
                <a:cs typeface="Sora"/>
                <a:sym typeface="Sora"/>
              </a:rPr>
              <a:t>SPTAG </a:t>
            </a:r>
            <a:endParaRPr>
              <a:latin typeface="Sora"/>
              <a:ea typeface="Sora"/>
              <a:cs typeface="Sora"/>
              <a:sym typeface="Sora"/>
            </a:endParaRPr>
          </a:p>
          <a:p>
            <a:pPr indent="0" lvl="0" marL="0" rtl="0" algn="ctr">
              <a:spcBef>
                <a:spcPts val="0"/>
              </a:spcBef>
              <a:spcAft>
                <a:spcPts val="0"/>
              </a:spcAft>
              <a:buNone/>
            </a:pPr>
            <a:r>
              <a:rPr lang="en">
                <a:latin typeface="Sora"/>
                <a:ea typeface="Sora"/>
                <a:cs typeface="Sora"/>
                <a:sym typeface="Sora"/>
              </a:rPr>
              <a:t>(c++ engine) </a:t>
            </a:r>
            <a:endParaRPr>
              <a:latin typeface="Sora"/>
              <a:ea typeface="Sora"/>
              <a:cs typeface="Sora"/>
              <a:sym typeface="Sora"/>
            </a:endParaRPr>
          </a:p>
        </p:txBody>
      </p:sp>
      <p:sp>
        <p:nvSpPr>
          <p:cNvPr id="1279" name="Google Shape;1279;p100"/>
          <p:cNvSpPr/>
          <p:nvPr/>
        </p:nvSpPr>
        <p:spPr>
          <a:xfrm>
            <a:off x="5354963" y="798900"/>
            <a:ext cx="2291400" cy="1082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ra"/>
                <a:ea typeface="Sora"/>
                <a:cs typeface="Sora"/>
                <a:sym typeface="Sora"/>
              </a:rPr>
              <a:t>Go Sidecar </a:t>
            </a:r>
            <a:endParaRPr>
              <a:latin typeface="Sora"/>
              <a:ea typeface="Sora"/>
              <a:cs typeface="Sora"/>
              <a:sym typeface="Sora"/>
            </a:endParaRPr>
          </a:p>
          <a:p>
            <a:pPr indent="0" lvl="0" marL="0" rtl="0" algn="ctr">
              <a:spcBef>
                <a:spcPts val="0"/>
              </a:spcBef>
              <a:spcAft>
                <a:spcPts val="0"/>
              </a:spcAft>
              <a:buNone/>
            </a:pPr>
            <a:r>
              <a:rPr lang="en">
                <a:latin typeface="Sora"/>
                <a:ea typeface="Sora"/>
                <a:cs typeface="Sora"/>
                <a:sym typeface="Sora"/>
              </a:rPr>
              <a:t>(SPTAG - TiKV go client adapter) </a:t>
            </a:r>
            <a:endParaRPr>
              <a:latin typeface="Sora"/>
              <a:ea typeface="Sora"/>
              <a:cs typeface="Sora"/>
              <a:sym typeface="Sora"/>
            </a:endParaRPr>
          </a:p>
        </p:txBody>
      </p:sp>
      <p:sp>
        <p:nvSpPr>
          <p:cNvPr id="1280" name="Google Shape;1280;p100"/>
          <p:cNvSpPr/>
          <p:nvPr/>
        </p:nvSpPr>
        <p:spPr>
          <a:xfrm>
            <a:off x="5354963" y="2451175"/>
            <a:ext cx="2291400" cy="1082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ra"/>
                <a:ea typeface="Sora"/>
                <a:cs typeface="Sora"/>
                <a:sym typeface="Sora"/>
              </a:rPr>
              <a:t>TIKV Cluster  </a:t>
            </a:r>
            <a:endParaRPr>
              <a:latin typeface="Sora"/>
              <a:ea typeface="Sora"/>
              <a:cs typeface="Sora"/>
              <a:sym typeface="Sora"/>
            </a:endParaRPr>
          </a:p>
          <a:p>
            <a:pPr indent="0" lvl="0" marL="0" rtl="0" algn="ctr">
              <a:spcBef>
                <a:spcPts val="0"/>
              </a:spcBef>
              <a:spcAft>
                <a:spcPts val="0"/>
              </a:spcAft>
              <a:buNone/>
            </a:pPr>
            <a:r>
              <a:rPr lang="en">
                <a:latin typeface="Sora"/>
                <a:ea typeface="Sora"/>
                <a:cs typeface="Sora"/>
                <a:sym typeface="Sora"/>
              </a:rPr>
              <a:t>(contains Nodes) </a:t>
            </a:r>
            <a:endParaRPr>
              <a:latin typeface="Sora"/>
              <a:ea typeface="Sora"/>
              <a:cs typeface="Sora"/>
              <a:sym typeface="Sora"/>
            </a:endParaRPr>
          </a:p>
        </p:txBody>
      </p:sp>
      <p:sp>
        <p:nvSpPr>
          <p:cNvPr id="1281" name="Google Shape;1281;p100"/>
          <p:cNvSpPr/>
          <p:nvPr/>
        </p:nvSpPr>
        <p:spPr>
          <a:xfrm>
            <a:off x="1497563" y="2451175"/>
            <a:ext cx="2291400" cy="1082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ra"/>
                <a:ea typeface="Sora"/>
                <a:cs typeface="Sora"/>
                <a:sym typeface="Sora"/>
              </a:rPr>
              <a:t>PD</a:t>
            </a:r>
            <a:endParaRPr>
              <a:latin typeface="Sora"/>
              <a:ea typeface="Sora"/>
              <a:cs typeface="Sora"/>
              <a:sym typeface="Sora"/>
            </a:endParaRPr>
          </a:p>
          <a:p>
            <a:pPr indent="0" lvl="0" marL="0" rtl="0" algn="ctr">
              <a:spcBef>
                <a:spcPts val="0"/>
              </a:spcBef>
              <a:spcAft>
                <a:spcPts val="0"/>
              </a:spcAft>
              <a:buNone/>
            </a:pPr>
            <a:r>
              <a:rPr lang="en">
                <a:latin typeface="Sora"/>
                <a:ea typeface="Sora"/>
                <a:cs typeface="Sora"/>
                <a:sym typeface="Sora"/>
              </a:rPr>
              <a:t>Placement Driver</a:t>
            </a:r>
            <a:endParaRPr>
              <a:latin typeface="Sora"/>
              <a:ea typeface="Sora"/>
              <a:cs typeface="Sora"/>
              <a:sym typeface="Sora"/>
            </a:endParaRPr>
          </a:p>
        </p:txBody>
      </p:sp>
      <p:cxnSp>
        <p:nvCxnSpPr>
          <p:cNvPr id="1282" name="Google Shape;1282;p100"/>
          <p:cNvCxnSpPr>
            <a:stCxn id="1278" idx="3"/>
            <a:endCxn id="1279" idx="1"/>
          </p:cNvCxnSpPr>
          <p:nvPr/>
        </p:nvCxnSpPr>
        <p:spPr>
          <a:xfrm>
            <a:off x="3788963" y="1339950"/>
            <a:ext cx="1566000" cy="0"/>
          </a:xfrm>
          <a:prstGeom prst="straightConnector1">
            <a:avLst/>
          </a:prstGeom>
          <a:noFill/>
          <a:ln cap="flat" cmpd="sng" w="9525">
            <a:solidFill>
              <a:schemeClr val="lt1"/>
            </a:solidFill>
            <a:prstDash val="solid"/>
            <a:round/>
            <a:headEnd len="med" w="med" type="none"/>
            <a:tailEnd len="med" w="med" type="triangle"/>
          </a:ln>
        </p:spPr>
      </p:cxnSp>
      <p:cxnSp>
        <p:nvCxnSpPr>
          <p:cNvPr id="1283" name="Google Shape;1283;p100"/>
          <p:cNvCxnSpPr>
            <a:stCxn id="1279" idx="2"/>
            <a:endCxn id="1280" idx="0"/>
          </p:cNvCxnSpPr>
          <p:nvPr/>
        </p:nvCxnSpPr>
        <p:spPr>
          <a:xfrm>
            <a:off x="6500663" y="1881000"/>
            <a:ext cx="0" cy="570300"/>
          </a:xfrm>
          <a:prstGeom prst="straightConnector1">
            <a:avLst/>
          </a:prstGeom>
          <a:noFill/>
          <a:ln cap="flat" cmpd="sng" w="9525">
            <a:solidFill>
              <a:schemeClr val="lt1"/>
            </a:solidFill>
            <a:prstDash val="solid"/>
            <a:round/>
            <a:headEnd len="med" w="med" type="none"/>
            <a:tailEnd len="med" w="med" type="triangle"/>
          </a:ln>
        </p:spPr>
      </p:cxnSp>
      <p:cxnSp>
        <p:nvCxnSpPr>
          <p:cNvPr id="1284" name="Google Shape;1284;p100"/>
          <p:cNvCxnSpPr>
            <a:stCxn id="1281" idx="3"/>
            <a:endCxn id="1280" idx="1"/>
          </p:cNvCxnSpPr>
          <p:nvPr/>
        </p:nvCxnSpPr>
        <p:spPr>
          <a:xfrm>
            <a:off x="3788963" y="2992225"/>
            <a:ext cx="1566000" cy="0"/>
          </a:xfrm>
          <a:prstGeom prst="straightConnector1">
            <a:avLst/>
          </a:prstGeom>
          <a:noFill/>
          <a:ln cap="flat" cmpd="sng" w="9525">
            <a:solidFill>
              <a:schemeClr val="lt1"/>
            </a:solidFill>
            <a:prstDash val="solid"/>
            <a:round/>
            <a:headEnd len="med" w="med" type="none"/>
            <a:tailEnd len="med" w="med" type="triangle"/>
          </a:ln>
        </p:spPr>
      </p:cxnSp>
      <p:sp>
        <p:nvSpPr>
          <p:cNvPr id="1285" name="Google Shape;1285;p100"/>
          <p:cNvSpPr txBox="1"/>
          <p:nvPr/>
        </p:nvSpPr>
        <p:spPr>
          <a:xfrm>
            <a:off x="3947525" y="1414800"/>
            <a:ext cx="1248900" cy="4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Sora"/>
                <a:ea typeface="Sora"/>
                <a:cs typeface="Sora"/>
                <a:sym typeface="Sora"/>
              </a:rPr>
              <a:t>Unix Domain Socket - UDS</a:t>
            </a:r>
            <a:endParaRPr sz="1200">
              <a:solidFill>
                <a:schemeClr val="lt1"/>
              </a:solidFill>
              <a:latin typeface="Sora"/>
              <a:ea typeface="Sora"/>
              <a:cs typeface="Sora"/>
              <a:sym typeface="Sora"/>
            </a:endParaRPr>
          </a:p>
          <a:p>
            <a:pPr indent="0" lvl="0" marL="0" rtl="0" algn="l">
              <a:spcBef>
                <a:spcPts val="0"/>
              </a:spcBef>
              <a:spcAft>
                <a:spcPts val="0"/>
              </a:spcAft>
              <a:buNone/>
            </a:pPr>
            <a:r>
              <a:t/>
            </a:r>
            <a:endParaRPr sz="1200">
              <a:solidFill>
                <a:schemeClr val="lt1"/>
              </a:solidFill>
              <a:latin typeface="Sora"/>
              <a:ea typeface="Sora"/>
              <a:cs typeface="Sora"/>
              <a:sym typeface="Sora"/>
            </a:endParaRPr>
          </a:p>
        </p:txBody>
      </p:sp>
      <p:sp>
        <p:nvSpPr>
          <p:cNvPr id="1286" name="Google Shape;1286;p100"/>
          <p:cNvSpPr txBox="1"/>
          <p:nvPr/>
        </p:nvSpPr>
        <p:spPr>
          <a:xfrm>
            <a:off x="6582863" y="1952850"/>
            <a:ext cx="1063500" cy="2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Sora"/>
                <a:ea typeface="Sora"/>
                <a:cs typeface="Sora"/>
                <a:sym typeface="Sora"/>
              </a:rPr>
              <a:t>RawKV API</a:t>
            </a:r>
            <a:endParaRPr sz="1200">
              <a:solidFill>
                <a:schemeClr val="lt1"/>
              </a:solidFill>
              <a:latin typeface="Sora"/>
              <a:ea typeface="Sora"/>
              <a:cs typeface="Sora"/>
              <a:sym typeface="Sora"/>
            </a:endParaRPr>
          </a:p>
        </p:txBody>
      </p:sp>
      <p:sp>
        <p:nvSpPr>
          <p:cNvPr id="1287" name="Google Shape;1287;p100"/>
          <p:cNvSpPr txBox="1"/>
          <p:nvPr/>
        </p:nvSpPr>
        <p:spPr>
          <a:xfrm>
            <a:off x="547050" y="3533400"/>
            <a:ext cx="8143800" cy="16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IBM Plex Sans"/>
                <a:ea typeface="IBM Plex Sans"/>
                <a:cs typeface="IBM Plex Sans"/>
                <a:sym typeface="IBM Plex Sans"/>
              </a:rPr>
              <a:t>What's Happening?</a:t>
            </a:r>
            <a:endParaRPr sz="1800">
              <a:solidFill>
                <a:schemeClr val="lt1"/>
              </a:solidFill>
              <a:latin typeface="IBM Plex Sans"/>
              <a:ea typeface="IBM Plex Sans"/>
              <a:cs typeface="IBM Plex Sans"/>
              <a:sym typeface="IBM Plex Sans"/>
            </a:endParaRPr>
          </a:p>
          <a:p>
            <a:pPr indent="-342900" lvl="0" marL="914400" rtl="0" algn="l">
              <a:lnSpc>
                <a:spcPct val="115000"/>
              </a:lnSpc>
              <a:spcBef>
                <a:spcPts val="0"/>
              </a:spcBef>
              <a:spcAft>
                <a:spcPts val="0"/>
              </a:spcAft>
              <a:buClr>
                <a:schemeClr val="lt1"/>
              </a:buClr>
              <a:buSzPts val="1800"/>
              <a:buFont typeface="IBM Plex Sans"/>
              <a:buChar char="●"/>
            </a:pPr>
            <a:r>
              <a:rPr lang="en" sz="1800">
                <a:solidFill>
                  <a:schemeClr val="lt1"/>
                </a:solidFill>
                <a:latin typeface="IBM Plex Sans"/>
                <a:ea typeface="IBM Plex Sans"/>
                <a:cs typeface="IBM Plex Sans"/>
                <a:sym typeface="IBM Plex Sans"/>
              </a:rPr>
              <a:t>SPTAG handles vector search</a:t>
            </a:r>
            <a:endParaRPr sz="1800">
              <a:solidFill>
                <a:schemeClr val="lt1"/>
              </a:solidFill>
              <a:latin typeface="IBM Plex Sans"/>
              <a:ea typeface="IBM Plex Sans"/>
              <a:cs typeface="IBM Plex Sans"/>
              <a:sym typeface="IBM Plex Sans"/>
            </a:endParaRPr>
          </a:p>
          <a:p>
            <a:pPr indent="-342900" lvl="0" marL="914400" rtl="0" algn="l">
              <a:lnSpc>
                <a:spcPct val="115000"/>
              </a:lnSpc>
              <a:spcBef>
                <a:spcPts val="0"/>
              </a:spcBef>
              <a:spcAft>
                <a:spcPts val="0"/>
              </a:spcAft>
              <a:buClr>
                <a:schemeClr val="lt1"/>
              </a:buClr>
              <a:buSzPts val="1800"/>
              <a:buFont typeface="IBM Plex Sans"/>
              <a:buChar char="●"/>
            </a:pPr>
            <a:r>
              <a:rPr lang="en" sz="1800">
                <a:solidFill>
                  <a:schemeClr val="lt1"/>
                </a:solidFill>
                <a:latin typeface="IBM Plex Sans"/>
                <a:ea typeface="IBM Plex Sans"/>
                <a:cs typeface="IBM Plex Sans"/>
                <a:sym typeface="IBM Plex Sans"/>
              </a:rPr>
              <a:t>Sidecar allows SPTAG to talk to TiKV </a:t>
            </a:r>
            <a:endParaRPr sz="1800">
              <a:solidFill>
                <a:schemeClr val="lt1"/>
              </a:solidFill>
              <a:latin typeface="IBM Plex Sans"/>
              <a:ea typeface="IBM Plex Sans"/>
              <a:cs typeface="IBM Plex Sans"/>
              <a:sym typeface="IBM Plex Sans"/>
            </a:endParaRPr>
          </a:p>
          <a:p>
            <a:pPr indent="-342900" lvl="0" marL="914400" rtl="0" algn="l">
              <a:lnSpc>
                <a:spcPct val="115000"/>
              </a:lnSpc>
              <a:spcBef>
                <a:spcPts val="0"/>
              </a:spcBef>
              <a:spcAft>
                <a:spcPts val="0"/>
              </a:spcAft>
              <a:buClr>
                <a:schemeClr val="lt1"/>
              </a:buClr>
              <a:buSzPts val="1800"/>
              <a:buFont typeface="IBM Plex Sans"/>
              <a:buChar char="●"/>
            </a:pPr>
            <a:r>
              <a:rPr lang="en" sz="1800">
                <a:solidFill>
                  <a:schemeClr val="lt1"/>
                </a:solidFill>
                <a:latin typeface="IBM Plex Sans"/>
                <a:ea typeface="IBM Plex Sans"/>
                <a:cs typeface="IBM Plex Sans"/>
                <a:sym typeface="IBM Plex Sans"/>
              </a:rPr>
              <a:t>TiKV is a distributed DB that store metadata that SPTAG needs</a:t>
            </a:r>
            <a:endParaRPr sz="1800">
              <a:solidFill>
                <a:schemeClr val="lt1"/>
              </a:solidFill>
              <a:latin typeface="IBM Plex Sans"/>
              <a:ea typeface="IBM Plex Sans"/>
              <a:cs typeface="IBM Plex Sans"/>
              <a:sym typeface="IBM Plex Sans"/>
            </a:endParaRPr>
          </a:p>
          <a:p>
            <a:pPr indent="-342900" lvl="0" marL="914400" rtl="0" algn="l">
              <a:lnSpc>
                <a:spcPct val="115000"/>
              </a:lnSpc>
              <a:spcBef>
                <a:spcPts val="0"/>
              </a:spcBef>
              <a:spcAft>
                <a:spcPts val="0"/>
              </a:spcAft>
              <a:buClr>
                <a:schemeClr val="lt1"/>
              </a:buClr>
              <a:buSzPts val="1800"/>
              <a:buFont typeface="IBM Plex Sans"/>
              <a:buChar char="●"/>
            </a:pPr>
            <a:r>
              <a:rPr lang="en" sz="1800">
                <a:solidFill>
                  <a:schemeClr val="lt1"/>
                </a:solidFill>
                <a:latin typeface="IBM Plex Sans"/>
                <a:ea typeface="IBM Plex Sans"/>
                <a:cs typeface="IBM Plex Sans"/>
                <a:sym typeface="IBM Plex Sans"/>
              </a:rPr>
              <a:t>PD manages region placement and leaders</a:t>
            </a:r>
            <a:endParaRPr sz="1800">
              <a:solidFill>
                <a:schemeClr val="lt1"/>
              </a:solidFill>
              <a:latin typeface="IBM Plex Sans"/>
              <a:ea typeface="IBM Plex Sans"/>
              <a:cs typeface="IBM Plex Sans"/>
              <a:sym typeface="IBM Plex Sans"/>
            </a:endParaRPr>
          </a:p>
          <a:p>
            <a:pPr indent="0" lvl="0" marL="457200" rtl="0" algn="l">
              <a:lnSpc>
                <a:spcPct val="115000"/>
              </a:lnSpc>
              <a:spcBef>
                <a:spcPts val="0"/>
              </a:spcBef>
              <a:spcAft>
                <a:spcPts val="0"/>
              </a:spcAft>
              <a:buNone/>
            </a:pPr>
            <a:r>
              <a:t/>
            </a:r>
            <a:endParaRPr sz="1800">
              <a:solidFill>
                <a:schemeClr val="lt1"/>
              </a:solidFill>
              <a:latin typeface="IBM Plex Sans"/>
              <a:ea typeface="IBM Plex Sans"/>
              <a:cs typeface="IBM Plex Sans"/>
              <a:sym typeface="IBM Plex Sans"/>
            </a:endParaRPr>
          </a:p>
        </p:txBody>
      </p:sp>
      <p:sp>
        <p:nvSpPr>
          <p:cNvPr id="1288" name="Google Shape;1288;p100"/>
          <p:cNvSpPr txBox="1"/>
          <p:nvPr/>
        </p:nvSpPr>
        <p:spPr>
          <a:xfrm>
            <a:off x="0" y="47742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Sora"/>
                <a:ea typeface="Sora"/>
                <a:cs typeface="Sora"/>
                <a:sym typeface="Sora"/>
              </a:rPr>
              <a:t>4</a:t>
            </a: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101"/>
          <p:cNvSpPr txBox="1"/>
          <p:nvPr>
            <p:ph type="title"/>
          </p:nvPr>
        </p:nvSpPr>
        <p:spPr>
          <a:xfrm>
            <a:off x="148800" y="173925"/>
            <a:ext cx="6560100" cy="1182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Implementation Status &amp; Supported Operations</a:t>
            </a:r>
            <a:endParaRPr/>
          </a:p>
        </p:txBody>
      </p:sp>
      <p:sp>
        <p:nvSpPr>
          <p:cNvPr id="1294" name="Google Shape;1294;p101"/>
          <p:cNvSpPr txBox="1"/>
          <p:nvPr>
            <p:ph idx="6" type="title"/>
          </p:nvPr>
        </p:nvSpPr>
        <p:spPr>
          <a:xfrm>
            <a:off x="48275" y="1659600"/>
            <a:ext cx="3857700" cy="471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Sidecar–TiKV Integration Verified</a:t>
            </a:r>
            <a:endParaRPr sz="1800"/>
          </a:p>
        </p:txBody>
      </p:sp>
      <p:sp>
        <p:nvSpPr>
          <p:cNvPr id="1295" name="Google Shape;1295;p101"/>
          <p:cNvSpPr txBox="1"/>
          <p:nvPr>
            <p:ph idx="7" type="title"/>
          </p:nvPr>
        </p:nvSpPr>
        <p:spPr>
          <a:xfrm>
            <a:off x="4731075" y="1626598"/>
            <a:ext cx="1566000" cy="349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Next Steps: </a:t>
            </a:r>
            <a:endParaRPr sz="1800"/>
          </a:p>
        </p:txBody>
      </p:sp>
      <p:sp>
        <p:nvSpPr>
          <p:cNvPr id="1296" name="Google Shape;1296;p101"/>
          <p:cNvSpPr txBox="1"/>
          <p:nvPr/>
        </p:nvSpPr>
        <p:spPr>
          <a:xfrm>
            <a:off x="357450" y="1976400"/>
            <a:ext cx="4132500" cy="21216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lt1"/>
              </a:buClr>
              <a:buSzPts val="1600"/>
              <a:buFont typeface="IBM Plex Sans Light"/>
              <a:buChar char="-"/>
            </a:pPr>
            <a:r>
              <a:rPr lang="en" sz="1600">
                <a:solidFill>
                  <a:schemeClr val="lt1"/>
                </a:solidFill>
                <a:latin typeface="IBM Plex Sans Light"/>
                <a:ea typeface="IBM Plex Sans Light"/>
                <a:cs typeface="IBM Plex Sans Light"/>
                <a:sym typeface="IBM Plex Sans Light"/>
              </a:rPr>
              <a:t>Successfully executed Put / Get operations</a:t>
            </a:r>
            <a:endParaRPr sz="1600">
              <a:solidFill>
                <a:schemeClr val="lt1"/>
              </a:solidFill>
              <a:latin typeface="IBM Plex Sans Light"/>
              <a:ea typeface="IBM Plex Sans Light"/>
              <a:cs typeface="IBM Plex Sans Light"/>
              <a:sym typeface="IBM Plex Sans Light"/>
            </a:endParaRPr>
          </a:p>
          <a:p>
            <a:pPr indent="-330200" lvl="0" marL="457200" rtl="0" algn="l">
              <a:lnSpc>
                <a:spcPct val="115000"/>
              </a:lnSpc>
              <a:spcBef>
                <a:spcPts val="0"/>
              </a:spcBef>
              <a:spcAft>
                <a:spcPts val="0"/>
              </a:spcAft>
              <a:buClr>
                <a:schemeClr val="lt1"/>
              </a:buClr>
              <a:buSzPts val="1600"/>
              <a:buFont typeface="IBM Plex Sans Light"/>
              <a:buChar char="-"/>
            </a:pPr>
            <a:r>
              <a:rPr lang="en" sz="1600">
                <a:solidFill>
                  <a:schemeClr val="lt1"/>
                </a:solidFill>
                <a:latin typeface="IBM Plex Sans Light"/>
                <a:ea typeface="IBM Plex Sans Light"/>
                <a:cs typeface="IBM Plex Sans Light"/>
                <a:sym typeface="IBM Plex Sans Light"/>
              </a:rPr>
              <a:t>Verified Batch Get functionality</a:t>
            </a:r>
            <a:endParaRPr sz="1600">
              <a:solidFill>
                <a:schemeClr val="lt1"/>
              </a:solidFill>
              <a:latin typeface="IBM Plex Sans Light"/>
              <a:ea typeface="IBM Plex Sans Light"/>
              <a:cs typeface="IBM Plex Sans Light"/>
              <a:sym typeface="IBM Plex Sans Light"/>
            </a:endParaRPr>
          </a:p>
          <a:p>
            <a:pPr indent="-330200" lvl="0" marL="457200" rtl="0" algn="l">
              <a:lnSpc>
                <a:spcPct val="115000"/>
              </a:lnSpc>
              <a:spcBef>
                <a:spcPts val="0"/>
              </a:spcBef>
              <a:spcAft>
                <a:spcPts val="0"/>
              </a:spcAft>
              <a:buClr>
                <a:schemeClr val="lt1"/>
              </a:buClr>
              <a:buSzPts val="1600"/>
              <a:buFont typeface="IBM Plex Sans Light"/>
              <a:buChar char="-"/>
            </a:pPr>
            <a:r>
              <a:rPr lang="en" sz="1600">
                <a:solidFill>
                  <a:schemeClr val="lt1"/>
                </a:solidFill>
                <a:latin typeface="IBM Plex Sans Light"/>
                <a:ea typeface="IBM Plex Sans Light"/>
                <a:cs typeface="IBM Plex Sans Light"/>
                <a:sym typeface="IBM Plex Sans Light"/>
              </a:rPr>
              <a:t>Confirmed TiKV routing via PD</a:t>
            </a:r>
            <a:endParaRPr sz="1600">
              <a:solidFill>
                <a:schemeClr val="lt1"/>
              </a:solidFill>
              <a:latin typeface="IBM Plex Sans Light"/>
              <a:ea typeface="IBM Plex Sans Light"/>
              <a:cs typeface="IBM Plex Sans Light"/>
              <a:sym typeface="IBM Plex Sans Light"/>
            </a:endParaRPr>
          </a:p>
          <a:p>
            <a:pPr indent="-330200" lvl="0" marL="457200" rtl="0" algn="l">
              <a:lnSpc>
                <a:spcPct val="115000"/>
              </a:lnSpc>
              <a:spcBef>
                <a:spcPts val="0"/>
              </a:spcBef>
              <a:spcAft>
                <a:spcPts val="0"/>
              </a:spcAft>
              <a:buClr>
                <a:schemeClr val="lt1"/>
              </a:buClr>
              <a:buSzPts val="1600"/>
              <a:buFont typeface="IBM Plex Sans Light"/>
              <a:buChar char="-"/>
            </a:pPr>
            <a:r>
              <a:rPr lang="en" sz="1600">
                <a:solidFill>
                  <a:schemeClr val="lt1"/>
                </a:solidFill>
                <a:latin typeface="IBM Plex Sans Light"/>
                <a:ea typeface="IBM Plex Sans Light"/>
                <a:cs typeface="IBM Plex Sans Light"/>
                <a:sym typeface="IBM Plex Sans Light"/>
              </a:rPr>
              <a:t>Validated data integrity through gRPC boundary</a:t>
            </a:r>
            <a:endParaRPr sz="1600">
              <a:solidFill>
                <a:schemeClr val="lt1"/>
              </a:solidFill>
              <a:latin typeface="IBM Plex Sans Light"/>
              <a:ea typeface="IBM Plex Sans Light"/>
              <a:cs typeface="IBM Plex Sans Light"/>
              <a:sym typeface="IBM Plex Sans Light"/>
            </a:endParaRPr>
          </a:p>
          <a:p>
            <a:pPr indent="0" lvl="0" marL="0" rtl="0" algn="l">
              <a:spcBef>
                <a:spcPts val="0"/>
              </a:spcBef>
              <a:spcAft>
                <a:spcPts val="0"/>
              </a:spcAft>
              <a:buNone/>
            </a:pPr>
            <a:r>
              <a:t/>
            </a:r>
            <a:endParaRPr sz="1600">
              <a:solidFill>
                <a:schemeClr val="lt1"/>
              </a:solidFill>
              <a:latin typeface="IBM Plex Sans"/>
              <a:ea typeface="IBM Plex Sans"/>
              <a:cs typeface="IBM Plex Sans"/>
              <a:sym typeface="IBM Plex Sans"/>
            </a:endParaRPr>
          </a:p>
        </p:txBody>
      </p:sp>
      <p:sp>
        <p:nvSpPr>
          <p:cNvPr id="1297" name="Google Shape;1297;p101"/>
          <p:cNvSpPr txBox="1"/>
          <p:nvPr/>
        </p:nvSpPr>
        <p:spPr>
          <a:xfrm>
            <a:off x="5139000" y="1976400"/>
            <a:ext cx="4005000" cy="29358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lt1"/>
              </a:buClr>
              <a:buSzPts val="1600"/>
              <a:buFont typeface="IBM Plex Sans"/>
              <a:buChar char="-"/>
            </a:pPr>
            <a:r>
              <a:rPr lang="en" sz="1600">
                <a:solidFill>
                  <a:schemeClr val="lt1"/>
                </a:solidFill>
                <a:latin typeface="IBM Plex Sans"/>
                <a:ea typeface="IBM Plex Sans"/>
                <a:cs typeface="IBM Plex Sans"/>
                <a:sym typeface="IBM Plex Sans"/>
              </a:rPr>
              <a:t>I</a:t>
            </a:r>
            <a:r>
              <a:rPr lang="en" sz="1600">
                <a:solidFill>
                  <a:schemeClr val="lt1"/>
                </a:solidFill>
                <a:latin typeface="IBM Plex Sans"/>
                <a:ea typeface="IBM Plex Sans"/>
                <a:cs typeface="IBM Plex Sans"/>
                <a:sym typeface="IBM Plex Sans"/>
              </a:rPr>
              <a:t>ntegrate the TiKV go client sidecar  into SPTAG</a:t>
            </a:r>
            <a:endParaRPr sz="1600">
              <a:solidFill>
                <a:schemeClr val="lt1"/>
              </a:solidFill>
              <a:latin typeface="IBM Plex Sans"/>
              <a:ea typeface="IBM Plex Sans"/>
              <a:cs typeface="IBM Plex Sans"/>
              <a:sym typeface="IBM Plex Sans"/>
            </a:endParaRPr>
          </a:p>
          <a:p>
            <a:pPr indent="-330200" lvl="0" marL="457200" rtl="0" algn="l">
              <a:lnSpc>
                <a:spcPct val="115000"/>
              </a:lnSpc>
              <a:spcBef>
                <a:spcPts val="0"/>
              </a:spcBef>
              <a:spcAft>
                <a:spcPts val="0"/>
              </a:spcAft>
              <a:buClr>
                <a:schemeClr val="lt1"/>
              </a:buClr>
              <a:buSzPts val="1600"/>
              <a:buFont typeface="IBM Plex Sans"/>
              <a:buChar char="-"/>
            </a:pPr>
            <a:r>
              <a:rPr lang="en" sz="1600">
                <a:solidFill>
                  <a:schemeClr val="lt1"/>
                </a:solidFill>
                <a:latin typeface="IBM Plex Sans"/>
                <a:ea typeface="IBM Plex Sans"/>
                <a:cs typeface="IBM Plex Sans"/>
                <a:sym typeface="IBM Plex Sans"/>
              </a:rPr>
              <a:t>Add TiKV </a:t>
            </a:r>
            <a:r>
              <a:rPr lang="en" sz="1600">
                <a:solidFill>
                  <a:schemeClr val="lt1"/>
                </a:solidFill>
                <a:latin typeface="IBM Plex Sans"/>
                <a:ea typeface="IBM Plex Sans"/>
                <a:cs typeface="IBM Plex Sans"/>
                <a:sym typeface="IBM Plex Sans"/>
              </a:rPr>
              <a:t> as a  backend storage</a:t>
            </a:r>
            <a:r>
              <a:rPr lang="en" sz="1600">
                <a:solidFill>
                  <a:schemeClr val="lt1"/>
                </a:solidFill>
                <a:latin typeface="IBM Plex Sans"/>
                <a:ea typeface="IBM Plex Sans"/>
                <a:cs typeface="IBM Plex Sans"/>
                <a:sym typeface="IBM Plex Sans"/>
              </a:rPr>
              <a:t> </a:t>
            </a:r>
            <a:endParaRPr sz="1600">
              <a:solidFill>
                <a:schemeClr val="lt1"/>
              </a:solidFill>
              <a:latin typeface="IBM Plex Sans"/>
              <a:ea typeface="IBM Plex Sans"/>
              <a:cs typeface="IBM Plex Sans"/>
              <a:sym typeface="IBM Plex Sans"/>
            </a:endParaRPr>
          </a:p>
          <a:p>
            <a:pPr indent="-330200" lvl="0" marL="457200" rtl="0" algn="l">
              <a:lnSpc>
                <a:spcPct val="115000"/>
              </a:lnSpc>
              <a:spcBef>
                <a:spcPts val="0"/>
              </a:spcBef>
              <a:spcAft>
                <a:spcPts val="0"/>
              </a:spcAft>
              <a:buClr>
                <a:schemeClr val="lt1"/>
              </a:buClr>
              <a:buSzPts val="1600"/>
              <a:buFont typeface="IBM Plex Sans"/>
              <a:buChar char="-"/>
            </a:pPr>
            <a:r>
              <a:rPr lang="en" sz="1600">
                <a:solidFill>
                  <a:schemeClr val="lt1"/>
                </a:solidFill>
                <a:latin typeface="IBM Plex Sans"/>
                <a:ea typeface="IBM Plex Sans"/>
                <a:cs typeface="IBM Plex Sans"/>
                <a:sym typeface="IBM Plex Sans"/>
              </a:rPr>
              <a:t>Perform full SPTAG-level validation</a:t>
            </a:r>
            <a:endParaRPr sz="1600">
              <a:solidFill>
                <a:schemeClr val="lt1"/>
              </a:solidFill>
              <a:latin typeface="IBM Plex Sans"/>
              <a:ea typeface="IBM Plex Sans"/>
              <a:cs typeface="IBM Plex Sans"/>
              <a:sym typeface="IBM Plex Sans"/>
            </a:endParaRPr>
          </a:p>
          <a:p>
            <a:pPr indent="-330200" lvl="0" marL="457200" rtl="0" algn="l">
              <a:lnSpc>
                <a:spcPct val="115000"/>
              </a:lnSpc>
              <a:spcBef>
                <a:spcPts val="0"/>
              </a:spcBef>
              <a:spcAft>
                <a:spcPts val="0"/>
              </a:spcAft>
              <a:buClr>
                <a:schemeClr val="lt1"/>
              </a:buClr>
              <a:buSzPts val="1600"/>
              <a:buFont typeface="IBM Plex Sans"/>
              <a:buChar char="-"/>
            </a:pPr>
            <a:r>
              <a:rPr lang="en" sz="1600">
                <a:solidFill>
                  <a:schemeClr val="lt1"/>
                </a:solidFill>
                <a:latin typeface="IBM Plex Sans"/>
                <a:ea typeface="IBM Plex Sans"/>
                <a:cs typeface="IBM Plex Sans"/>
                <a:sym typeface="IBM Plex Sans"/>
              </a:rPr>
              <a:t>full KeyValueIO compatibility, (Delete, Merge, Scan, Range Delete, Stats, Compaction)</a:t>
            </a:r>
            <a:endParaRPr sz="1600">
              <a:solidFill>
                <a:schemeClr val="lt1"/>
              </a:solidFill>
              <a:latin typeface="IBM Plex Sans"/>
              <a:ea typeface="IBM Plex Sans"/>
              <a:cs typeface="IBM Plex Sans"/>
              <a:sym typeface="IBM Plex Sans"/>
            </a:endParaRPr>
          </a:p>
          <a:p>
            <a:pPr indent="-330200" lvl="0" marL="457200" rtl="0" algn="l">
              <a:lnSpc>
                <a:spcPct val="115000"/>
              </a:lnSpc>
              <a:spcBef>
                <a:spcPts val="0"/>
              </a:spcBef>
              <a:spcAft>
                <a:spcPts val="0"/>
              </a:spcAft>
              <a:buClr>
                <a:schemeClr val="lt1"/>
              </a:buClr>
              <a:buSzPts val="1600"/>
              <a:buFont typeface="IBM Plex Sans"/>
              <a:buChar char="-"/>
            </a:pPr>
            <a:r>
              <a:rPr lang="en" sz="1600">
                <a:solidFill>
                  <a:schemeClr val="lt1"/>
                </a:solidFill>
                <a:latin typeface="IBM Plex Sans"/>
                <a:ea typeface="IBM Plex Sans"/>
                <a:cs typeface="IBM Plex Sans"/>
                <a:sym typeface="IBM Plex Sans"/>
              </a:rPr>
              <a:t>Pivot to focus on the designing our own RAG-optimized Distributed DB</a:t>
            </a:r>
            <a:endParaRPr sz="1600">
              <a:solidFill>
                <a:schemeClr val="lt1"/>
              </a:solidFill>
              <a:latin typeface="IBM Plex Sans"/>
              <a:ea typeface="IBM Plex Sans"/>
              <a:cs typeface="IBM Plex Sans"/>
              <a:sym typeface="IBM Plex Sans"/>
            </a:endParaRPr>
          </a:p>
          <a:p>
            <a:pPr indent="0" lvl="0" marL="0" rtl="0" algn="l">
              <a:spcBef>
                <a:spcPts val="0"/>
              </a:spcBef>
              <a:spcAft>
                <a:spcPts val="0"/>
              </a:spcAft>
              <a:buNone/>
            </a:pPr>
            <a:r>
              <a:t/>
            </a:r>
            <a:endParaRPr sz="1600">
              <a:solidFill>
                <a:schemeClr val="lt1"/>
              </a:solidFill>
              <a:latin typeface="IBM Plex Sans"/>
              <a:ea typeface="IBM Plex Sans"/>
              <a:cs typeface="IBM Plex Sans"/>
              <a:sym typeface="IBM Plex Sans"/>
            </a:endParaRPr>
          </a:p>
        </p:txBody>
      </p:sp>
      <p:sp>
        <p:nvSpPr>
          <p:cNvPr id="1298" name="Google Shape;1298;p101"/>
          <p:cNvSpPr txBox="1"/>
          <p:nvPr/>
        </p:nvSpPr>
        <p:spPr>
          <a:xfrm>
            <a:off x="0" y="47742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Sora"/>
                <a:ea typeface="Sora"/>
                <a:cs typeface="Sora"/>
                <a:sym typeface="Sora"/>
              </a:rPr>
              <a:t>5</a:t>
            </a: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102"/>
          <p:cNvSpPr txBox="1"/>
          <p:nvPr/>
        </p:nvSpPr>
        <p:spPr>
          <a:xfrm>
            <a:off x="101550" y="228600"/>
            <a:ext cx="5764500" cy="12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IBM Plex Sans"/>
                <a:ea typeface="IBM Plex Sans"/>
                <a:cs typeface="IBM Plex Sans"/>
                <a:sym typeface="IBM Plex Sans"/>
              </a:rPr>
              <a:t>How we plan to Optimize TIKV (Baseline -&gt; RAG-KV)</a:t>
            </a:r>
            <a:endParaRPr sz="3600">
              <a:solidFill>
                <a:schemeClr val="lt1"/>
              </a:solidFill>
              <a:latin typeface="IBM Plex Sans"/>
              <a:ea typeface="IBM Plex Sans"/>
              <a:cs typeface="IBM Plex Sans"/>
              <a:sym typeface="IBM Plex Sans"/>
            </a:endParaRPr>
          </a:p>
        </p:txBody>
      </p:sp>
      <p:sp>
        <p:nvSpPr>
          <p:cNvPr id="1304" name="Google Shape;1304;p102"/>
          <p:cNvSpPr txBox="1"/>
          <p:nvPr/>
        </p:nvSpPr>
        <p:spPr>
          <a:xfrm>
            <a:off x="520350" y="2195850"/>
            <a:ext cx="3786600" cy="27831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lt1"/>
              </a:buClr>
              <a:buSzPts val="1700"/>
              <a:buFont typeface="Sora"/>
              <a:buChar char="-"/>
            </a:pPr>
            <a:r>
              <a:rPr lang="en" sz="1700">
                <a:solidFill>
                  <a:schemeClr val="lt1"/>
                </a:solidFill>
                <a:latin typeface="Sora"/>
                <a:ea typeface="Sora"/>
                <a:cs typeface="Sora"/>
                <a:sym typeface="Sora"/>
              </a:rPr>
              <a:t>To </a:t>
            </a:r>
            <a:r>
              <a:rPr lang="en" sz="1700">
                <a:solidFill>
                  <a:schemeClr val="lt1"/>
                </a:solidFill>
                <a:latin typeface="Sora"/>
                <a:ea typeface="Sora"/>
                <a:cs typeface="Sora"/>
                <a:sym typeface="Sora"/>
              </a:rPr>
              <a:t>speed things up, we can add cache in front of the TIKV that can keep the “hot” cluster data in memory. This way repeated queries don't have to hit TiKV every time. </a:t>
            </a:r>
            <a:endParaRPr sz="1700">
              <a:solidFill>
                <a:schemeClr val="lt1"/>
              </a:solidFill>
              <a:latin typeface="Sora"/>
              <a:ea typeface="Sora"/>
              <a:cs typeface="Sora"/>
              <a:sym typeface="Sora"/>
            </a:endParaRPr>
          </a:p>
          <a:p>
            <a:pPr indent="0" lvl="0" marL="0" rtl="0" algn="l">
              <a:spcBef>
                <a:spcPts val="0"/>
              </a:spcBef>
              <a:spcAft>
                <a:spcPts val="0"/>
              </a:spcAft>
              <a:buNone/>
            </a:pPr>
            <a:r>
              <a:t/>
            </a:r>
            <a:endParaRPr sz="1600">
              <a:solidFill>
                <a:schemeClr val="lt1"/>
              </a:solidFill>
              <a:latin typeface="Sora"/>
              <a:ea typeface="Sora"/>
              <a:cs typeface="Sora"/>
              <a:sym typeface="Sora"/>
            </a:endParaRPr>
          </a:p>
        </p:txBody>
      </p:sp>
      <p:sp>
        <p:nvSpPr>
          <p:cNvPr id="1305" name="Google Shape;1305;p102"/>
          <p:cNvSpPr txBox="1"/>
          <p:nvPr/>
        </p:nvSpPr>
        <p:spPr>
          <a:xfrm>
            <a:off x="4572000" y="2195850"/>
            <a:ext cx="3893100" cy="20154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1"/>
              </a:buClr>
              <a:buSzPts val="1300"/>
              <a:buFont typeface="Sora"/>
              <a:buChar char="-"/>
            </a:pPr>
            <a:r>
              <a:rPr lang="en" sz="1700">
                <a:solidFill>
                  <a:schemeClr val="lt1"/>
                </a:solidFill>
                <a:latin typeface="Sora"/>
                <a:ea typeface="Sora"/>
                <a:cs typeface="Sora"/>
                <a:sym typeface="Sora"/>
              </a:rPr>
              <a:t>We also plan to prefetch neighboring clusters when one cluster is requested. Because queries tend to revisit nearby regions. This should rise the cache hit rate and reduce latency. Its similar to how CPU caches work in HPC systems. </a:t>
            </a:r>
            <a:endParaRPr sz="1300">
              <a:solidFill>
                <a:schemeClr val="lt1"/>
              </a:solidFill>
              <a:latin typeface="Sora"/>
              <a:ea typeface="Sora"/>
              <a:cs typeface="Sora"/>
              <a:sym typeface="Sora"/>
            </a:endParaRPr>
          </a:p>
        </p:txBody>
      </p:sp>
      <p:sp>
        <p:nvSpPr>
          <p:cNvPr id="1306" name="Google Shape;1306;p102"/>
          <p:cNvSpPr txBox="1"/>
          <p:nvPr/>
        </p:nvSpPr>
        <p:spPr>
          <a:xfrm>
            <a:off x="350050" y="1895400"/>
            <a:ext cx="2620200" cy="4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Sora"/>
                <a:ea typeface="Sora"/>
                <a:cs typeface="Sora"/>
                <a:sym typeface="Sora"/>
              </a:rPr>
              <a:t>Cache Addition:</a:t>
            </a:r>
            <a:endParaRPr b="1" sz="1600">
              <a:solidFill>
                <a:schemeClr val="lt1"/>
              </a:solidFill>
              <a:latin typeface="Sora"/>
              <a:ea typeface="Sora"/>
              <a:cs typeface="Sora"/>
              <a:sym typeface="Sora"/>
            </a:endParaRPr>
          </a:p>
        </p:txBody>
      </p:sp>
      <p:sp>
        <p:nvSpPr>
          <p:cNvPr id="1307" name="Google Shape;1307;p102"/>
          <p:cNvSpPr txBox="1"/>
          <p:nvPr/>
        </p:nvSpPr>
        <p:spPr>
          <a:xfrm>
            <a:off x="4580700" y="1895400"/>
            <a:ext cx="1835100" cy="4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Sora"/>
                <a:ea typeface="Sora"/>
                <a:cs typeface="Sora"/>
                <a:sym typeface="Sora"/>
              </a:rPr>
              <a:t>Prefetch:</a:t>
            </a:r>
            <a:endParaRPr b="1" sz="1600">
              <a:solidFill>
                <a:schemeClr val="lt1"/>
              </a:solidFill>
              <a:latin typeface="Sora"/>
              <a:ea typeface="Sora"/>
              <a:cs typeface="Sora"/>
              <a:sym typeface="Sora"/>
            </a:endParaRPr>
          </a:p>
        </p:txBody>
      </p:sp>
      <p:sp>
        <p:nvSpPr>
          <p:cNvPr id="1308" name="Google Shape;1308;p102"/>
          <p:cNvSpPr txBox="1"/>
          <p:nvPr/>
        </p:nvSpPr>
        <p:spPr>
          <a:xfrm>
            <a:off x="0" y="47742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Sora"/>
                <a:ea typeface="Sora"/>
                <a:cs typeface="Sora"/>
                <a:sym typeface="Sora"/>
              </a:rPr>
              <a:t>6</a:t>
            </a: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103"/>
          <p:cNvSpPr txBox="1"/>
          <p:nvPr/>
        </p:nvSpPr>
        <p:spPr>
          <a:xfrm>
            <a:off x="1207500" y="1925250"/>
            <a:ext cx="66351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solidFill>
                  <a:schemeClr val="lt1"/>
                </a:solidFill>
                <a:latin typeface="IBM Plex Sans"/>
                <a:ea typeface="IBM Plex Sans"/>
                <a:cs typeface="IBM Plex Sans"/>
                <a:sym typeface="IBM Plex Sans"/>
              </a:rPr>
              <a:t>Thank you for listening!</a:t>
            </a:r>
            <a:endParaRPr b="1" sz="3600">
              <a:solidFill>
                <a:schemeClr val="lt1"/>
              </a:solidFill>
              <a:latin typeface="IBM Plex Sans"/>
              <a:ea typeface="IBM Plex Sans"/>
              <a:cs typeface="IBM Plex Sans"/>
              <a:sym typeface="IBM Plex Sans"/>
            </a:endParaRPr>
          </a:p>
          <a:p>
            <a:pPr indent="0" lvl="0" marL="0" rtl="0" algn="ctr">
              <a:spcBef>
                <a:spcPts val="0"/>
              </a:spcBef>
              <a:spcAft>
                <a:spcPts val="0"/>
              </a:spcAft>
              <a:buNone/>
            </a:pPr>
            <a:r>
              <a:rPr b="1" lang="en" sz="3600">
                <a:solidFill>
                  <a:schemeClr val="lt1"/>
                </a:solidFill>
                <a:latin typeface="IBM Plex Sans"/>
                <a:ea typeface="IBM Plex Sans"/>
                <a:cs typeface="IBM Plex Sans"/>
                <a:sym typeface="IBM Plex Sans"/>
              </a:rPr>
              <a:t>Any </a:t>
            </a:r>
            <a:r>
              <a:rPr b="1" lang="en" sz="3600">
                <a:solidFill>
                  <a:schemeClr val="lt1"/>
                </a:solidFill>
                <a:latin typeface="IBM Plex Sans"/>
                <a:ea typeface="IBM Plex Sans"/>
                <a:cs typeface="IBM Plex Sans"/>
                <a:sym typeface="IBM Plex Sans"/>
              </a:rPr>
              <a:t>questions?</a:t>
            </a:r>
            <a:endParaRPr b="1" sz="3600">
              <a:solidFill>
                <a:schemeClr val="lt1"/>
              </a:solidFill>
              <a:latin typeface="IBM Plex Sans"/>
              <a:ea typeface="IBM Plex Sans"/>
              <a:cs typeface="IBM Plex Sans"/>
              <a:sym typeface="IBM Plex Sans"/>
            </a:endParaRPr>
          </a:p>
        </p:txBody>
      </p:sp>
      <p:sp>
        <p:nvSpPr>
          <p:cNvPr id="1314" name="Google Shape;1314;p103"/>
          <p:cNvSpPr txBox="1"/>
          <p:nvPr/>
        </p:nvSpPr>
        <p:spPr>
          <a:xfrm>
            <a:off x="0" y="472767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Sora"/>
                <a:ea typeface="Sora"/>
                <a:cs typeface="Sora"/>
                <a:sym typeface="Sora"/>
              </a:rPr>
              <a:t>7</a:t>
            </a: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104"/>
          <p:cNvSpPr txBox="1"/>
          <p:nvPr/>
        </p:nvSpPr>
        <p:spPr>
          <a:xfrm>
            <a:off x="1254450" y="228600"/>
            <a:ext cx="66351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solidFill>
                  <a:schemeClr val="lt1"/>
                </a:solidFill>
                <a:latin typeface="IBM Plex Sans"/>
                <a:ea typeface="IBM Plex Sans"/>
                <a:cs typeface="IBM Plex Sans"/>
                <a:sym typeface="IBM Plex Sans"/>
              </a:rPr>
              <a:t>Quiz Question!</a:t>
            </a:r>
            <a:endParaRPr b="1" sz="3600">
              <a:solidFill>
                <a:schemeClr val="lt1"/>
              </a:solidFill>
              <a:latin typeface="IBM Plex Sans"/>
              <a:ea typeface="IBM Plex Sans"/>
              <a:cs typeface="IBM Plex Sans"/>
              <a:sym typeface="IBM Plex Sans"/>
            </a:endParaRPr>
          </a:p>
          <a:p>
            <a:pPr indent="0" lvl="0" marL="0" rtl="0" algn="ctr">
              <a:spcBef>
                <a:spcPts val="0"/>
              </a:spcBef>
              <a:spcAft>
                <a:spcPts val="0"/>
              </a:spcAft>
              <a:buNone/>
            </a:pPr>
            <a:r>
              <a:t/>
            </a:r>
            <a:endParaRPr b="1" sz="3600">
              <a:solidFill>
                <a:schemeClr val="lt1"/>
              </a:solidFill>
              <a:latin typeface="IBM Plex Sans"/>
              <a:ea typeface="IBM Plex Sans"/>
              <a:cs typeface="IBM Plex Sans"/>
              <a:sym typeface="IBM Plex Sans"/>
            </a:endParaRPr>
          </a:p>
        </p:txBody>
      </p:sp>
      <p:sp>
        <p:nvSpPr>
          <p:cNvPr id="1320" name="Google Shape;1320;p104"/>
          <p:cNvSpPr txBox="1"/>
          <p:nvPr/>
        </p:nvSpPr>
        <p:spPr>
          <a:xfrm>
            <a:off x="0" y="472767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Sora"/>
                <a:ea typeface="Sora"/>
                <a:cs typeface="Sora"/>
                <a:sym typeface="Sora"/>
              </a:rPr>
              <a:t>7.</a:t>
            </a:r>
            <a:endParaRPr sz="1200">
              <a:solidFill>
                <a:schemeClr val="lt1"/>
              </a:solidFill>
              <a:latin typeface="Sora"/>
              <a:ea typeface="Sora"/>
              <a:cs typeface="Sora"/>
              <a:sym typeface="Sora"/>
            </a:endParaRPr>
          </a:p>
        </p:txBody>
      </p:sp>
      <p:sp>
        <p:nvSpPr>
          <p:cNvPr id="1321" name="Google Shape;1321;p104"/>
          <p:cNvSpPr txBox="1"/>
          <p:nvPr/>
        </p:nvSpPr>
        <p:spPr>
          <a:xfrm>
            <a:off x="426450" y="1248075"/>
            <a:ext cx="75168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lt1"/>
                </a:solidFill>
                <a:latin typeface="Sora"/>
                <a:ea typeface="Sora"/>
                <a:cs typeface="Sora"/>
                <a:sym typeface="Sora"/>
              </a:rPr>
              <a:t>We are building Distributed DB that is focused on:</a:t>
            </a:r>
            <a:endParaRPr sz="2300">
              <a:solidFill>
                <a:schemeClr val="lt1"/>
              </a:solidFill>
              <a:latin typeface="Sora"/>
              <a:ea typeface="Sora"/>
              <a:cs typeface="Sora"/>
              <a:sym typeface="Sora"/>
            </a:endParaRPr>
          </a:p>
        </p:txBody>
      </p:sp>
      <p:sp>
        <p:nvSpPr>
          <p:cNvPr id="1322" name="Google Shape;1322;p104"/>
          <p:cNvSpPr txBox="1"/>
          <p:nvPr/>
        </p:nvSpPr>
        <p:spPr>
          <a:xfrm>
            <a:off x="426450" y="2514300"/>
            <a:ext cx="8371200" cy="16470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Clr>
                <a:schemeClr val="lt1"/>
              </a:buClr>
              <a:buSzPts val="1900"/>
              <a:buFont typeface="Sora"/>
              <a:buAutoNum type="alphaLcParenR"/>
            </a:pPr>
            <a:r>
              <a:rPr lang="en" sz="1900">
                <a:solidFill>
                  <a:schemeClr val="lt1"/>
                </a:solidFill>
                <a:latin typeface="Sora"/>
                <a:ea typeface="Sora"/>
                <a:cs typeface="Sora"/>
                <a:sym typeface="Sora"/>
              </a:rPr>
              <a:t>Optimizing for average and slowest read speeds</a:t>
            </a:r>
            <a:endParaRPr sz="1900">
              <a:solidFill>
                <a:schemeClr val="lt1"/>
              </a:solidFill>
              <a:latin typeface="Sora"/>
              <a:ea typeface="Sora"/>
              <a:cs typeface="Sora"/>
              <a:sym typeface="Sora"/>
            </a:endParaRPr>
          </a:p>
          <a:p>
            <a:pPr indent="-349250" lvl="0" marL="457200" rtl="0" algn="l">
              <a:spcBef>
                <a:spcPts val="0"/>
              </a:spcBef>
              <a:spcAft>
                <a:spcPts val="0"/>
              </a:spcAft>
              <a:buClr>
                <a:schemeClr val="lt1"/>
              </a:buClr>
              <a:buSzPts val="1900"/>
              <a:buFont typeface="Sora"/>
              <a:buAutoNum type="alphaLcParenR"/>
            </a:pPr>
            <a:r>
              <a:rPr lang="en" sz="1900">
                <a:solidFill>
                  <a:schemeClr val="lt1"/>
                </a:solidFill>
                <a:latin typeface="Sora"/>
                <a:ea typeface="Sora"/>
                <a:cs typeface="Sora"/>
                <a:sym typeface="Sora"/>
              </a:rPr>
              <a:t>Optimizing for average and slowest write speeds</a:t>
            </a:r>
            <a:endParaRPr sz="1900">
              <a:solidFill>
                <a:schemeClr val="lt1"/>
              </a:solidFill>
              <a:latin typeface="Sora"/>
              <a:ea typeface="Sora"/>
              <a:cs typeface="Sora"/>
              <a:sym typeface="Sora"/>
            </a:endParaRPr>
          </a:p>
          <a:p>
            <a:pPr indent="-349250" lvl="0" marL="457200" rtl="0" algn="l">
              <a:spcBef>
                <a:spcPts val="0"/>
              </a:spcBef>
              <a:spcAft>
                <a:spcPts val="0"/>
              </a:spcAft>
              <a:buClr>
                <a:schemeClr val="lt1"/>
              </a:buClr>
              <a:buSzPts val="1900"/>
              <a:buFont typeface="Sora"/>
              <a:buAutoNum type="alphaLcParenR"/>
            </a:pPr>
            <a:r>
              <a:rPr lang="en" sz="1900">
                <a:solidFill>
                  <a:schemeClr val="lt1"/>
                </a:solidFill>
                <a:latin typeface="Sora"/>
                <a:ea typeface="Sora"/>
                <a:cs typeface="Sora"/>
                <a:sym typeface="Sora"/>
              </a:rPr>
              <a:t>Is optimized for extreme correctness (always giving the closest point possible, not approximate)</a:t>
            </a:r>
            <a:endParaRPr sz="1900">
              <a:solidFill>
                <a:schemeClr val="lt1"/>
              </a:solidFill>
              <a:latin typeface="Sora"/>
              <a:ea typeface="Sora"/>
              <a:cs typeface="Sora"/>
              <a:sym typeface="Sora"/>
            </a:endParaRPr>
          </a:p>
          <a:p>
            <a:pPr indent="-349250" lvl="0" marL="457200" rtl="0" algn="l">
              <a:spcBef>
                <a:spcPts val="0"/>
              </a:spcBef>
              <a:spcAft>
                <a:spcPts val="0"/>
              </a:spcAft>
              <a:buClr>
                <a:schemeClr val="lt1"/>
              </a:buClr>
              <a:buSzPts val="1900"/>
              <a:buFont typeface="Sora"/>
              <a:buAutoNum type="alphaLcParenR"/>
            </a:pPr>
            <a:r>
              <a:rPr lang="en" sz="1900">
                <a:solidFill>
                  <a:schemeClr val="lt1"/>
                </a:solidFill>
                <a:latin typeface="Sora"/>
                <a:ea typeface="Sora"/>
                <a:cs typeface="Sora"/>
                <a:sym typeface="Sora"/>
              </a:rPr>
              <a:t>All of the above</a:t>
            </a:r>
            <a:endParaRPr sz="1900">
              <a:solidFill>
                <a:schemeClr val="lt1"/>
              </a:solidFill>
              <a:latin typeface="Sora"/>
              <a:ea typeface="Sora"/>
              <a:cs typeface="Sora"/>
              <a:sym typeface="Sora"/>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